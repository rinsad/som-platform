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74" r:id="rId2"/>
    <p:sldId id="368" r:id="rId3"/>
    <p:sldId id="369" r:id="rId4"/>
    <p:sldId id="375" r:id="rId5"/>
    <p:sldId id="380" r:id="rId6"/>
    <p:sldId id="381" r:id="rId7"/>
    <p:sldId id="382" r:id="rId8"/>
    <p:sldId id="383" r:id="rId9"/>
    <p:sldId id="2147482178" r:id="rId10"/>
    <p:sldId id="548" r:id="rId11"/>
    <p:sldId id="354" r:id="rId12"/>
  </p:sldIdLst>
  <p:sldSz cx="12192000" cy="6858000"/>
  <p:notesSz cx="6797675" cy="9926638"/>
  <p:embeddedFontLst>
    <p:embeddedFont>
      <p:font typeface="ShellBook" panose="00000500000000000000" pitchFamily="2" charset="0"/>
      <p:regular r:id="rId15"/>
    </p:embeddedFont>
    <p:embeddedFont>
      <p:font typeface="ShellHeavy" panose="00000700000000000000" pitchFamily="2" charset="0"/>
      <p:bold r:id="rId16"/>
    </p:embeddedFont>
    <p:embeddedFont>
      <p:font typeface="ShellMedium" panose="00000600000000000000" pitchFamily="2" charset="0"/>
      <p:regular r:id="rId17"/>
    </p:embeddedFont>
  </p:embeddedFont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9A70782-5137-4F90-8962-F24B0EB63C62}">
          <p14:sldIdLst>
            <p14:sldId id="374"/>
            <p14:sldId id="368"/>
            <p14:sldId id="369"/>
            <p14:sldId id="375"/>
            <p14:sldId id="380"/>
            <p14:sldId id="381"/>
            <p14:sldId id="382"/>
            <p14:sldId id="383"/>
            <p14:sldId id="2147482178"/>
            <p14:sldId id="548"/>
            <p14:sldId id="35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3D63F4-3B12-4940-B04A-E83910054A88}" v="96" dt="2026-06-11T05:32:06.5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46" autoAdjust="0"/>
  </p:normalViewPr>
  <p:slideViewPr>
    <p:cSldViewPr snapToGrid="0">
      <p:cViewPr varScale="1">
        <p:scale>
          <a:sx n="67" d="100"/>
          <a:sy n="67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-28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-Kindi, Nawras SMO-HR/LA" userId="cf346ea6-015d-4233-8de0-11d5ed0e6d79" providerId="ADAL" clId="{77196C3B-E635-4112-8BFE-5D1A3F2B7063}"/>
    <pc:docChg chg="undo custSel addSld delSld modSld sldOrd modSection">
      <pc:chgData name="Al-Kindi, Nawras SMO-HR/LA" userId="cf346ea6-015d-4233-8de0-11d5ed0e6d79" providerId="ADAL" clId="{77196C3B-E635-4112-8BFE-5D1A3F2B7063}" dt="2026-06-11T05:33:00.180" v="1736" actId="20577"/>
      <pc:docMkLst>
        <pc:docMk/>
      </pc:docMkLst>
      <pc:sldChg chg="del">
        <pc:chgData name="Al-Kindi, Nawras SMO-HR/LA" userId="cf346ea6-015d-4233-8de0-11d5ed0e6d79" providerId="ADAL" clId="{77196C3B-E635-4112-8BFE-5D1A3F2B7063}" dt="2026-06-10T09:48:43.446" v="40" actId="47"/>
        <pc:sldMkLst>
          <pc:docMk/>
          <pc:sldMk cId="1122104702" sldId="258"/>
        </pc:sldMkLst>
      </pc:sldChg>
      <pc:sldChg chg="del">
        <pc:chgData name="Al-Kindi, Nawras SMO-HR/LA" userId="cf346ea6-015d-4233-8de0-11d5ed0e6d79" providerId="ADAL" clId="{77196C3B-E635-4112-8BFE-5D1A3F2B7063}" dt="2026-06-10T09:47:04.701" v="32" actId="47"/>
        <pc:sldMkLst>
          <pc:docMk/>
          <pc:sldMk cId="2456133177" sldId="355"/>
        </pc:sldMkLst>
      </pc:sldChg>
      <pc:sldChg chg="del">
        <pc:chgData name="Al-Kindi, Nawras SMO-HR/LA" userId="cf346ea6-015d-4233-8de0-11d5ed0e6d79" providerId="ADAL" clId="{77196C3B-E635-4112-8BFE-5D1A3F2B7063}" dt="2026-06-10T09:47:02.402" v="30" actId="47"/>
        <pc:sldMkLst>
          <pc:docMk/>
          <pc:sldMk cId="1022366229" sldId="356"/>
        </pc:sldMkLst>
      </pc:sldChg>
      <pc:sldChg chg="del">
        <pc:chgData name="Al-Kindi, Nawras SMO-HR/LA" userId="cf346ea6-015d-4233-8de0-11d5ed0e6d79" providerId="ADAL" clId="{77196C3B-E635-4112-8BFE-5D1A3F2B7063}" dt="2026-06-10T09:47:05.485" v="33" actId="47"/>
        <pc:sldMkLst>
          <pc:docMk/>
          <pc:sldMk cId="1503039920" sldId="357"/>
        </pc:sldMkLst>
      </pc:sldChg>
      <pc:sldChg chg="del">
        <pc:chgData name="Al-Kindi, Nawras SMO-HR/LA" userId="cf346ea6-015d-4233-8de0-11d5ed0e6d79" providerId="ADAL" clId="{77196C3B-E635-4112-8BFE-5D1A3F2B7063}" dt="2026-06-10T09:47:06.285" v="34" actId="47"/>
        <pc:sldMkLst>
          <pc:docMk/>
          <pc:sldMk cId="2979071991" sldId="358"/>
        </pc:sldMkLst>
      </pc:sldChg>
      <pc:sldChg chg="del">
        <pc:chgData name="Al-Kindi, Nawras SMO-HR/LA" userId="cf346ea6-015d-4233-8de0-11d5ed0e6d79" providerId="ADAL" clId="{77196C3B-E635-4112-8BFE-5D1A3F2B7063}" dt="2026-06-10T09:47:07.122" v="35" actId="47"/>
        <pc:sldMkLst>
          <pc:docMk/>
          <pc:sldMk cId="475222884" sldId="359"/>
        </pc:sldMkLst>
      </pc:sldChg>
      <pc:sldChg chg="del">
        <pc:chgData name="Al-Kindi, Nawras SMO-HR/LA" userId="cf346ea6-015d-4233-8de0-11d5ed0e6d79" providerId="ADAL" clId="{77196C3B-E635-4112-8BFE-5D1A3F2B7063}" dt="2026-06-10T09:47:08.007" v="36" actId="47"/>
        <pc:sldMkLst>
          <pc:docMk/>
          <pc:sldMk cId="472153305" sldId="360"/>
        </pc:sldMkLst>
      </pc:sldChg>
      <pc:sldChg chg="del">
        <pc:chgData name="Al-Kindi, Nawras SMO-HR/LA" userId="cf346ea6-015d-4233-8de0-11d5ed0e6d79" providerId="ADAL" clId="{77196C3B-E635-4112-8BFE-5D1A3F2B7063}" dt="2026-06-10T09:46:58.882" v="29" actId="47"/>
        <pc:sldMkLst>
          <pc:docMk/>
          <pc:sldMk cId="3410874643" sldId="361"/>
        </pc:sldMkLst>
      </pc:sldChg>
      <pc:sldChg chg="del">
        <pc:chgData name="Al-Kindi, Nawras SMO-HR/LA" userId="cf346ea6-015d-4233-8de0-11d5ed0e6d79" providerId="ADAL" clId="{77196C3B-E635-4112-8BFE-5D1A3F2B7063}" dt="2026-06-10T09:46:57.557" v="28" actId="47"/>
        <pc:sldMkLst>
          <pc:docMk/>
          <pc:sldMk cId="3140667336" sldId="362"/>
        </pc:sldMkLst>
      </pc:sldChg>
      <pc:sldChg chg="del">
        <pc:chgData name="Al-Kindi, Nawras SMO-HR/LA" userId="cf346ea6-015d-4233-8de0-11d5ed0e6d79" providerId="ADAL" clId="{77196C3B-E635-4112-8BFE-5D1A3F2B7063}" dt="2026-06-10T09:47:09.995" v="37" actId="47"/>
        <pc:sldMkLst>
          <pc:docMk/>
          <pc:sldMk cId="2242243341" sldId="363"/>
        </pc:sldMkLst>
      </pc:sldChg>
      <pc:sldChg chg="del">
        <pc:chgData name="Al-Kindi, Nawras SMO-HR/LA" userId="cf346ea6-015d-4233-8de0-11d5ed0e6d79" providerId="ADAL" clId="{77196C3B-E635-4112-8BFE-5D1A3F2B7063}" dt="2026-06-10T09:46:56.260" v="27" actId="47"/>
        <pc:sldMkLst>
          <pc:docMk/>
          <pc:sldMk cId="1113384103" sldId="364"/>
        </pc:sldMkLst>
      </pc:sldChg>
      <pc:sldChg chg="del">
        <pc:chgData name="Al-Kindi, Nawras SMO-HR/LA" userId="cf346ea6-015d-4233-8de0-11d5ed0e6d79" providerId="ADAL" clId="{77196C3B-E635-4112-8BFE-5D1A3F2B7063}" dt="2026-06-10T09:46:50.560" v="24" actId="47"/>
        <pc:sldMkLst>
          <pc:docMk/>
          <pc:sldMk cId="3085955826" sldId="365"/>
        </pc:sldMkLst>
      </pc:sldChg>
      <pc:sldChg chg="delSp del mod">
        <pc:chgData name="Al-Kindi, Nawras SMO-HR/LA" userId="cf346ea6-015d-4233-8de0-11d5ed0e6d79" providerId="ADAL" clId="{77196C3B-E635-4112-8BFE-5D1A3F2B7063}" dt="2026-06-11T05:18:10.780" v="1268" actId="47"/>
        <pc:sldMkLst>
          <pc:docMk/>
          <pc:sldMk cId="3270050498" sldId="367"/>
        </pc:sldMkLst>
        <pc:graphicFrameChg chg="del">
          <ac:chgData name="Al-Kindi, Nawras SMO-HR/LA" userId="cf346ea6-015d-4233-8de0-11d5ed0e6d79" providerId="ADAL" clId="{77196C3B-E635-4112-8BFE-5D1A3F2B7063}" dt="2026-06-11T05:18:07.715" v="1267" actId="478"/>
          <ac:graphicFrameMkLst>
            <pc:docMk/>
            <pc:sldMk cId="3270050498" sldId="367"/>
            <ac:graphicFrameMk id="12" creationId="{29AFDCD0-B947-AF4C-5AAD-3F30A8BBE945}"/>
          </ac:graphicFrameMkLst>
        </pc:graphicFrameChg>
      </pc:sldChg>
      <pc:sldChg chg="addSp delSp modSp mod modNotesTx">
        <pc:chgData name="Al-Kindi, Nawras SMO-HR/LA" userId="cf346ea6-015d-4233-8de0-11d5ed0e6d79" providerId="ADAL" clId="{77196C3B-E635-4112-8BFE-5D1A3F2B7063}" dt="2026-06-11T05:21:31.821" v="1401" actId="20577"/>
        <pc:sldMkLst>
          <pc:docMk/>
          <pc:sldMk cId="2269137780" sldId="368"/>
        </pc:sldMkLst>
        <pc:spChg chg="mod">
          <ac:chgData name="Al-Kindi, Nawras SMO-HR/LA" userId="cf346ea6-015d-4233-8de0-11d5ed0e6d79" providerId="ADAL" clId="{77196C3B-E635-4112-8BFE-5D1A3F2B7063}" dt="2026-06-10T09:49:30.498" v="86" actId="14100"/>
          <ac:spMkLst>
            <pc:docMk/>
            <pc:sldMk cId="2269137780" sldId="368"/>
            <ac:spMk id="2" creationId="{30B2A074-A1DD-5983-57C2-FD5B6E64AB62}"/>
          </ac:spMkLst>
        </pc:spChg>
        <pc:spChg chg="del mod">
          <ac:chgData name="Al-Kindi, Nawras SMO-HR/LA" userId="cf346ea6-015d-4233-8de0-11d5ed0e6d79" providerId="ADAL" clId="{77196C3B-E635-4112-8BFE-5D1A3F2B7063}" dt="2026-06-10T09:50:03.492" v="89" actId="1032"/>
          <ac:spMkLst>
            <pc:docMk/>
            <pc:sldMk cId="2269137780" sldId="368"/>
            <ac:spMk id="3" creationId="{ECAD9611-EDBD-3981-7A12-55B108DF35E2}"/>
          </ac:spMkLst>
        </pc:spChg>
        <pc:spChg chg="del">
          <ac:chgData name="Al-Kindi, Nawras SMO-HR/LA" userId="cf346ea6-015d-4233-8de0-11d5ed0e6d79" providerId="ADAL" clId="{77196C3B-E635-4112-8BFE-5D1A3F2B7063}" dt="2026-06-10T09:49:40.295" v="88" actId="478"/>
          <ac:spMkLst>
            <pc:docMk/>
            <pc:sldMk cId="2269137780" sldId="368"/>
            <ac:spMk id="5" creationId="{7C590F53-7E6F-A523-63E9-4547E920FD66}"/>
          </ac:spMkLst>
        </pc:spChg>
        <pc:graphicFrameChg chg="add mod modGraphic">
          <ac:chgData name="Al-Kindi, Nawras SMO-HR/LA" userId="cf346ea6-015d-4233-8de0-11d5ed0e6d79" providerId="ADAL" clId="{77196C3B-E635-4112-8BFE-5D1A3F2B7063}" dt="2026-06-11T05:21:31.821" v="1401" actId="20577"/>
          <ac:graphicFrameMkLst>
            <pc:docMk/>
            <pc:sldMk cId="2269137780" sldId="368"/>
            <ac:graphicFrameMk id="6" creationId="{111AB070-FD77-5B3D-BFB1-8B5EF2729E86}"/>
          </ac:graphicFrameMkLst>
        </pc:graphicFrameChg>
      </pc:sldChg>
      <pc:sldChg chg="addSp delSp modSp mod">
        <pc:chgData name="Al-Kindi, Nawras SMO-HR/LA" userId="cf346ea6-015d-4233-8de0-11d5ed0e6d79" providerId="ADAL" clId="{77196C3B-E635-4112-8BFE-5D1A3F2B7063}" dt="2026-06-10T10:00:12.307" v="464" actId="115"/>
        <pc:sldMkLst>
          <pc:docMk/>
          <pc:sldMk cId="1294534083" sldId="369"/>
        </pc:sldMkLst>
        <pc:spChg chg="mod">
          <ac:chgData name="Al-Kindi, Nawras SMO-HR/LA" userId="cf346ea6-015d-4233-8de0-11d5ed0e6d79" providerId="ADAL" clId="{77196C3B-E635-4112-8BFE-5D1A3F2B7063}" dt="2026-06-10T09:59:22.206" v="452" actId="20577"/>
          <ac:spMkLst>
            <pc:docMk/>
            <pc:sldMk cId="1294534083" sldId="369"/>
            <ac:spMk id="2" creationId="{502ACA61-4A27-1306-BBF3-24C7FF8E9028}"/>
          </ac:spMkLst>
        </pc:spChg>
        <pc:spChg chg="del">
          <ac:chgData name="Al-Kindi, Nawras SMO-HR/LA" userId="cf346ea6-015d-4233-8de0-11d5ed0e6d79" providerId="ADAL" clId="{77196C3B-E635-4112-8BFE-5D1A3F2B7063}" dt="2026-06-10T09:59:10.514" v="437" actId="478"/>
          <ac:spMkLst>
            <pc:docMk/>
            <pc:sldMk cId="1294534083" sldId="369"/>
            <ac:spMk id="3" creationId="{6B022041-99E9-00B8-ABE2-1865891D5362}"/>
          </ac:spMkLst>
        </pc:spChg>
        <pc:spChg chg="del mod">
          <ac:chgData name="Al-Kindi, Nawras SMO-HR/LA" userId="cf346ea6-015d-4233-8de0-11d5ed0e6d79" providerId="ADAL" clId="{77196C3B-E635-4112-8BFE-5D1A3F2B7063}" dt="2026-06-10T09:59:15.057" v="440" actId="478"/>
          <ac:spMkLst>
            <pc:docMk/>
            <pc:sldMk cId="1294534083" sldId="369"/>
            <ac:spMk id="4" creationId="{25651E75-8E78-6EC8-1196-26752516678B}"/>
          </ac:spMkLst>
        </pc:spChg>
        <pc:spChg chg="del">
          <ac:chgData name="Al-Kindi, Nawras SMO-HR/LA" userId="cf346ea6-015d-4233-8de0-11d5ed0e6d79" providerId="ADAL" clId="{77196C3B-E635-4112-8BFE-5D1A3F2B7063}" dt="2026-06-10T09:59:11.984" v="438" actId="478"/>
          <ac:spMkLst>
            <pc:docMk/>
            <pc:sldMk cId="1294534083" sldId="369"/>
            <ac:spMk id="6" creationId="{11B3B785-1010-C421-2B8D-12EC1DB0000A}"/>
          </ac:spMkLst>
        </pc:spChg>
        <pc:spChg chg="add mod">
          <ac:chgData name="Al-Kindi, Nawras SMO-HR/LA" userId="cf346ea6-015d-4233-8de0-11d5ed0e6d79" providerId="ADAL" clId="{77196C3B-E635-4112-8BFE-5D1A3F2B7063}" dt="2026-06-10T10:00:12.307" v="464" actId="115"/>
          <ac:spMkLst>
            <pc:docMk/>
            <pc:sldMk cId="1294534083" sldId="369"/>
            <ac:spMk id="10" creationId="{5E669B40-3D24-2ABA-F09D-54C905E0A30E}"/>
          </ac:spMkLst>
        </pc:spChg>
        <pc:picChg chg="del">
          <ac:chgData name="Al-Kindi, Nawras SMO-HR/LA" userId="cf346ea6-015d-4233-8de0-11d5ed0e6d79" providerId="ADAL" clId="{77196C3B-E635-4112-8BFE-5D1A3F2B7063}" dt="2026-06-10T09:59:16.478" v="441" actId="478"/>
          <ac:picMkLst>
            <pc:docMk/>
            <pc:sldMk cId="1294534083" sldId="369"/>
            <ac:picMk id="7" creationId="{B3826D85-3069-2B41-B8AF-B0A82DC42BA6}"/>
          </ac:picMkLst>
        </pc:picChg>
        <pc:picChg chg="del">
          <ac:chgData name="Al-Kindi, Nawras SMO-HR/LA" userId="cf346ea6-015d-4233-8de0-11d5ed0e6d79" providerId="ADAL" clId="{77196C3B-E635-4112-8BFE-5D1A3F2B7063}" dt="2026-06-10T09:59:17.238" v="442" actId="478"/>
          <ac:picMkLst>
            <pc:docMk/>
            <pc:sldMk cId="1294534083" sldId="369"/>
            <ac:picMk id="8" creationId="{5D228C8C-44EC-B3D1-152A-055663E6EF20}"/>
          </ac:picMkLst>
        </pc:picChg>
      </pc:sldChg>
      <pc:sldChg chg="del">
        <pc:chgData name="Al-Kindi, Nawras SMO-HR/LA" userId="cf346ea6-015d-4233-8de0-11d5ed0e6d79" providerId="ADAL" clId="{77196C3B-E635-4112-8BFE-5D1A3F2B7063}" dt="2026-06-10T09:47:19.638" v="38" actId="47"/>
        <pc:sldMkLst>
          <pc:docMk/>
          <pc:sldMk cId="234261973" sldId="370"/>
        </pc:sldMkLst>
      </pc:sldChg>
      <pc:sldChg chg="del">
        <pc:chgData name="Al-Kindi, Nawras SMO-HR/LA" userId="cf346ea6-015d-4233-8de0-11d5ed0e6d79" providerId="ADAL" clId="{77196C3B-E635-4112-8BFE-5D1A3F2B7063}" dt="2026-06-10T09:47:22.291" v="39" actId="47"/>
        <pc:sldMkLst>
          <pc:docMk/>
          <pc:sldMk cId="2588473536" sldId="371"/>
        </pc:sldMkLst>
      </pc:sldChg>
      <pc:sldChg chg="del">
        <pc:chgData name="Al-Kindi, Nawras SMO-HR/LA" userId="cf346ea6-015d-4233-8de0-11d5ed0e6d79" providerId="ADAL" clId="{77196C3B-E635-4112-8BFE-5D1A3F2B7063}" dt="2026-06-10T09:46:53.724" v="26" actId="47"/>
        <pc:sldMkLst>
          <pc:docMk/>
          <pc:sldMk cId="2698489350" sldId="372"/>
        </pc:sldMkLst>
      </pc:sldChg>
      <pc:sldChg chg="modSp mod">
        <pc:chgData name="Al-Kindi, Nawras SMO-HR/LA" userId="cf346ea6-015d-4233-8de0-11d5ed0e6d79" providerId="ADAL" clId="{77196C3B-E635-4112-8BFE-5D1A3F2B7063}" dt="2026-06-10T09:46:38.154" v="23" actId="20577"/>
        <pc:sldMkLst>
          <pc:docMk/>
          <pc:sldMk cId="2058720597" sldId="374"/>
        </pc:sldMkLst>
        <pc:spChg chg="mod">
          <ac:chgData name="Al-Kindi, Nawras SMO-HR/LA" userId="cf346ea6-015d-4233-8de0-11d5ed0e6d79" providerId="ADAL" clId="{77196C3B-E635-4112-8BFE-5D1A3F2B7063}" dt="2026-06-10T09:46:38.154" v="23" actId="20577"/>
          <ac:spMkLst>
            <pc:docMk/>
            <pc:sldMk cId="2058720597" sldId="374"/>
            <ac:spMk id="2" creationId="{65694F88-5966-D286-21F7-1A63C6FA0B4A}"/>
          </ac:spMkLst>
        </pc:spChg>
      </pc:sldChg>
      <pc:sldChg chg="addSp delSp modSp mod">
        <pc:chgData name="Al-Kindi, Nawras SMO-HR/LA" userId="cf346ea6-015d-4233-8de0-11d5ed0e6d79" providerId="ADAL" clId="{77196C3B-E635-4112-8BFE-5D1A3F2B7063}" dt="2026-06-10T10:02:59.718" v="600" actId="1076"/>
        <pc:sldMkLst>
          <pc:docMk/>
          <pc:sldMk cId="404715966" sldId="375"/>
        </pc:sldMkLst>
        <pc:spChg chg="mod">
          <ac:chgData name="Al-Kindi, Nawras SMO-HR/LA" userId="cf346ea6-015d-4233-8de0-11d5ed0e6d79" providerId="ADAL" clId="{77196C3B-E635-4112-8BFE-5D1A3F2B7063}" dt="2026-06-10T10:00:43.678" v="498" actId="20577"/>
          <ac:spMkLst>
            <pc:docMk/>
            <pc:sldMk cId="404715966" sldId="375"/>
            <ac:spMk id="2" creationId="{2B997CC9-6198-914C-EEE1-D8DB91CB317C}"/>
          </ac:spMkLst>
        </pc:spChg>
        <pc:spChg chg="del mod">
          <ac:chgData name="Al-Kindi, Nawras SMO-HR/LA" userId="cf346ea6-015d-4233-8de0-11d5ed0e6d79" providerId="ADAL" clId="{77196C3B-E635-4112-8BFE-5D1A3F2B7063}" dt="2026-06-10T10:00:19.882" v="466" actId="478"/>
          <ac:spMkLst>
            <pc:docMk/>
            <pc:sldMk cId="404715966" sldId="375"/>
            <ac:spMk id="5" creationId="{D86ECF4E-3B86-EA11-0ECE-AF04FD981983}"/>
          </ac:spMkLst>
        </pc:spChg>
        <pc:spChg chg="add mod">
          <ac:chgData name="Al-Kindi, Nawras SMO-HR/LA" userId="cf346ea6-015d-4233-8de0-11d5ed0e6d79" providerId="ADAL" clId="{77196C3B-E635-4112-8BFE-5D1A3F2B7063}" dt="2026-06-10T10:02:59.718" v="600" actId="1076"/>
          <ac:spMkLst>
            <pc:docMk/>
            <pc:sldMk cId="404715966" sldId="375"/>
            <ac:spMk id="6" creationId="{A6480FF3-0C6F-7A5F-7FD0-5ABD869AAB02}"/>
          </ac:spMkLst>
        </pc:spChg>
        <pc:spChg chg="del mod">
          <ac:chgData name="Al-Kindi, Nawras SMO-HR/LA" userId="cf346ea6-015d-4233-8de0-11d5ed0e6d79" providerId="ADAL" clId="{77196C3B-E635-4112-8BFE-5D1A3F2B7063}" dt="2026-06-10T10:00:44.623" v="500"/>
          <ac:spMkLst>
            <pc:docMk/>
            <pc:sldMk cId="404715966" sldId="375"/>
            <ac:spMk id="7" creationId="{A02CC60A-03F2-52B1-7629-0EB930093BBE}"/>
          </ac:spMkLst>
        </pc:spChg>
      </pc:sldChg>
      <pc:sldChg chg="del">
        <pc:chgData name="Al-Kindi, Nawras SMO-HR/LA" userId="cf346ea6-015d-4233-8de0-11d5ed0e6d79" providerId="ADAL" clId="{77196C3B-E635-4112-8BFE-5D1A3F2B7063}" dt="2026-06-10T09:46:52.069" v="25" actId="47"/>
        <pc:sldMkLst>
          <pc:docMk/>
          <pc:sldMk cId="3280006735" sldId="376"/>
        </pc:sldMkLst>
      </pc:sldChg>
      <pc:sldChg chg="del">
        <pc:chgData name="Al-Kindi, Nawras SMO-HR/LA" userId="cf346ea6-015d-4233-8de0-11d5ed0e6d79" providerId="ADAL" clId="{77196C3B-E635-4112-8BFE-5D1A3F2B7063}" dt="2026-06-10T09:47:03.572" v="31" actId="47"/>
        <pc:sldMkLst>
          <pc:docMk/>
          <pc:sldMk cId="3268045366" sldId="377"/>
        </pc:sldMkLst>
      </pc:sldChg>
      <pc:sldChg chg="del">
        <pc:chgData name="Al-Kindi, Nawras SMO-HR/LA" userId="cf346ea6-015d-4233-8de0-11d5ed0e6d79" providerId="ADAL" clId="{77196C3B-E635-4112-8BFE-5D1A3F2B7063}" dt="2026-06-10T10:05:11.566" v="602" actId="47"/>
        <pc:sldMkLst>
          <pc:docMk/>
          <pc:sldMk cId="3696458228" sldId="379"/>
        </pc:sldMkLst>
      </pc:sldChg>
      <pc:sldChg chg="modSp new mod modNotesTx">
        <pc:chgData name="Al-Kindi, Nawras SMO-HR/LA" userId="cf346ea6-015d-4233-8de0-11d5ed0e6d79" providerId="ADAL" clId="{77196C3B-E635-4112-8BFE-5D1A3F2B7063}" dt="2026-06-10T11:21:26.059" v="1165"/>
        <pc:sldMkLst>
          <pc:docMk/>
          <pc:sldMk cId="493420798" sldId="380"/>
        </pc:sldMkLst>
        <pc:spChg chg="mod">
          <ac:chgData name="Al-Kindi, Nawras SMO-HR/LA" userId="cf346ea6-015d-4233-8de0-11d5ed0e6d79" providerId="ADAL" clId="{77196C3B-E635-4112-8BFE-5D1A3F2B7063}" dt="2026-06-10T10:22:29.553" v="989" actId="20577"/>
          <ac:spMkLst>
            <pc:docMk/>
            <pc:sldMk cId="493420798" sldId="380"/>
            <ac:spMk id="2" creationId="{6A1CC403-BFA5-E665-E65C-64E8613E70CA}"/>
          </ac:spMkLst>
        </pc:spChg>
        <pc:spChg chg="mod">
          <ac:chgData name="Al-Kindi, Nawras SMO-HR/LA" userId="cf346ea6-015d-4233-8de0-11d5ed0e6d79" providerId="ADAL" clId="{77196C3B-E635-4112-8BFE-5D1A3F2B7063}" dt="2026-06-10T11:21:26.059" v="1165"/>
          <ac:spMkLst>
            <pc:docMk/>
            <pc:sldMk cId="493420798" sldId="380"/>
            <ac:spMk id="3" creationId="{E3119F9F-53F9-90A6-10FD-23E427E2AA2B}"/>
          </ac:spMkLst>
        </pc:spChg>
      </pc:sldChg>
      <pc:sldChg chg="addSp delSp modSp new mod">
        <pc:chgData name="Al-Kindi, Nawras SMO-HR/LA" userId="cf346ea6-015d-4233-8de0-11d5ed0e6d79" providerId="ADAL" clId="{77196C3B-E635-4112-8BFE-5D1A3F2B7063}" dt="2026-06-10T11:32:08.789" v="1200"/>
        <pc:sldMkLst>
          <pc:docMk/>
          <pc:sldMk cId="2599364406" sldId="381"/>
        </pc:sldMkLst>
        <pc:spChg chg="mod">
          <ac:chgData name="Al-Kindi, Nawras SMO-HR/LA" userId="cf346ea6-015d-4233-8de0-11d5ed0e6d79" providerId="ADAL" clId="{77196C3B-E635-4112-8BFE-5D1A3F2B7063}" dt="2026-06-10T10:23:05.895" v="994"/>
          <ac:spMkLst>
            <pc:docMk/>
            <pc:sldMk cId="2599364406" sldId="381"/>
            <ac:spMk id="2" creationId="{050808C7-A518-78C5-2274-4AEA8E7122B1}"/>
          </ac:spMkLst>
        </pc:spChg>
        <pc:spChg chg="del mod">
          <ac:chgData name="Al-Kindi, Nawras SMO-HR/LA" userId="cf346ea6-015d-4233-8de0-11d5ed0e6d79" providerId="ADAL" clId="{77196C3B-E635-4112-8BFE-5D1A3F2B7063}" dt="2026-06-10T11:25:02.929" v="1179" actId="478"/>
          <ac:spMkLst>
            <pc:docMk/>
            <pc:sldMk cId="2599364406" sldId="381"/>
            <ac:spMk id="3" creationId="{9061BE8A-A13A-4470-2D8B-699014F6D6E1}"/>
          </ac:spMkLst>
        </pc:spChg>
        <pc:spChg chg="add mod">
          <ac:chgData name="Al-Kindi, Nawras SMO-HR/LA" userId="cf346ea6-015d-4233-8de0-11d5ed0e6d79" providerId="ADAL" clId="{77196C3B-E635-4112-8BFE-5D1A3F2B7063}" dt="2026-06-10T11:32:08.789" v="1200"/>
          <ac:spMkLst>
            <pc:docMk/>
            <pc:sldMk cId="2599364406" sldId="381"/>
            <ac:spMk id="6" creationId="{F9319A4B-FD2F-A5EA-4B74-ECCB870E5390}"/>
          </ac:spMkLst>
        </pc:spChg>
      </pc:sldChg>
      <pc:sldChg chg="modSp new mod">
        <pc:chgData name="Al-Kindi, Nawras SMO-HR/LA" userId="cf346ea6-015d-4233-8de0-11d5ed0e6d79" providerId="ADAL" clId="{77196C3B-E635-4112-8BFE-5D1A3F2B7063}" dt="2026-06-10T11:46:10.526" v="1220" actId="1076"/>
        <pc:sldMkLst>
          <pc:docMk/>
          <pc:sldMk cId="3295607641" sldId="382"/>
        </pc:sldMkLst>
        <pc:spChg chg="mod">
          <ac:chgData name="Al-Kindi, Nawras SMO-HR/LA" userId="cf346ea6-015d-4233-8de0-11d5ed0e6d79" providerId="ADAL" clId="{77196C3B-E635-4112-8BFE-5D1A3F2B7063}" dt="2026-06-10T11:32:48.346" v="1205" actId="1076"/>
          <ac:spMkLst>
            <pc:docMk/>
            <pc:sldMk cId="3295607641" sldId="382"/>
            <ac:spMk id="2" creationId="{BC9EF3EF-79B8-A1EB-1EA8-D64705C6FE78}"/>
          </ac:spMkLst>
        </pc:spChg>
        <pc:spChg chg="mod">
          <ac:chgData name="Al-Kindi, Nawras SMO-HR/LA" userId="cf346ea6-015d-4233-8de0-11d5ed0e6d79" providerId="ADAL" clId="{77196C3B-E635-4112-8BFE-5D1A3F2B7063}" dt="2026-06-10T11:46:10.526" v="1220" actId="1076"/>
          <ac:spMkLst>
            <pc:docMk/>
            <pc:sldMk cId="3295607641" sldId="382"/>
            <ac:spMk id="3" creationId="{579FCA13-3669-7683-62EB-62C54F740933}"/>
          </ac:spMkLst>
        </pc:spChg>
      </pc:sldChg>
      <pc:sldChg chg="addSp delSp modSp new mod ord modNotesTx">
        <pc:chgData name="Al-Kindi, Nawras SMO-HR/LA" userId="cf346ea6-015d-4233-8de0-11d5ed0e6d79" providerId="ADAL" clId="{77196C3B-E635-4112-8BFE-5D1A3F2B7063}" dt="2026-06-11T05:33:00.180" v="1736" actId="20577"/>
        <pc:sldMkLst>
          <pc:docMk/>
          <pc:sldMk cId="569527844" sldId="383"/>
        </pc:sldMkLst>
        <pc:spChg chg="mod">
          <ac:chgData name="Al-Kindi, Nawras SMO-HR/LA" userId="cf346ea6-015d-4233-8de0-11d5ed0e6d79" providerId="ADAL" clId="{77196C3B-E635-4112-8BFE-5D1A3F2B7063}" dt="2026-06-11T05:22:32.474" v="1473" actId="1076"/>
          <ac:spMkLst>
            <pc:docMk/>
            <pc:sldMk cId="569527844" sldId="383"/>
            <ac:spMk id="2" creationId="{B9382BF9-36D5-6DCB-528C-6217F97F3432}"/>
          </ac:spMkLst>
        </pc:spChg>
        <pc:spChg chg="del">
          <ac:chgData name="Al-Kindi, Nawras SMO-HR/LA" userId="cf346ea6-015d-4233-8de0-11d5ed0e6d79" providerId="ADAL" clId="{77196C3B-E635-4112-8BFE-5D1A3F2B7063}" dt="2026-06-11T05:27:38.169" v="1474" actId="931"/>
          <ac:spMkLst>
            <pc:docMk/>
            <pc:sldMk cId="569527844" sldId="383"/>
            <ac:spMk id="3" creationId="{F1F264CC-BC88-34A6-9D40-54005A8116A3}"/>
          </ac:spMkLst>
        </pc:spChg>
        <pc:spChg chg="add mod">
          <ac:chgData name="Al-Kindi, Nawras SMO-HR/LA" userId="cf346ea6-015d-4233-8de0-11d5ed0e6d79" providerId="ADAL" clId="{77196C3B-E635-4112-8BFE-5D1A3F2B7063}" dt="2026-06-11T05:32:42.697" v="1658" actId="20577"/>
          <ac:spMkLst>
            <pc:docMk/>
            <pc:sldMk cId="569527844" sldId="383"/>
            <ac:spMk id="9" creationId="{6DA9AFE7-AE04-EA49-5938-85818212BB23}"/>
          </ac:spMkLst>
        </pc:spChg>
        <pc:graphicFrameChg chg="add del modGraphic">
          <ac:chgData name="Al-Kindi, Nawras SMO-HR/LA" userId="cf346ea6-015d-4233-8de0-11d5ed0e6d79" providerId="ADAL" clId="{77196C3B-E635-4112-8BFE-5D1A3F2B7063}" dt="2026-06-11T05:31:09.857" v="1588" actId="478"/>
          <ac:graphicFrameMkLst>
            <pc:docMk/>
            <pc:sldMk cId="569527844" sldId="383"/>
            <ac:graphicFrameMk id="8" creationId="{85549D7F-D864-E456-E7BB-E37BB3490825}"/>
          </ac:graphicFrameMkLst>
        </pc:graphicFrameChg>
        <pc:picChg chg="add mod ord modCrop">
          <ac:chgData name="Al-Kindi, Nawras SMO-HR/LA" userId="cf346ea6-015d-4233-8de0-11d5ed0e6d79" providerId="ADAL" clId="{77196C3B-E635-4112-8BFE-5D1A3F2B7063}" dt="2026-06-11T05:30:01.161" v="1503" actId="732"/>
          <ac:picMkLst>
            <pc:docMk/>
            <pc:sldMk cId="569527844" sldId="383"/>
            <ac:picMk id="6" creationId="{32486863-0926-7A22-E4E8-E0F4F0BC7908}"/>
          </ac:picMkLst>
        </pc:picChg>
      </pc:sldChg>
      <pc:sldChg chg="modSp add mod modNotesTx">
        <pc:chgData name="Al-Kindi, Nawras SMO-HR/LA" userId="cf346ea6-015d-4233-8de0-11d5ed0e6d79" providerId="ADAL" clId="{77196C3B-E635-4112-8BFE-5D1A3F2B7063}" dt="2026-06-11T05:29:23.374" v="1498" actId="20577"/>
        <pc:sldMkLst>
          <pc:docMk/>
          <pc:sldMk cId="3943161071" sldId="548"/>
        </pc:sldMkLst>
        <pc:spChg chg="mod">
          <ac:chgData name="Al-Kindi, Nawras SMO-HR/LA" userId="cf346ea6-015d-4233-8de0-11d5ed0e6d79" providerId="ADAL" clId="{77196C3B-E635-4112-8BFE-5D1A3F2B7063}" dt="2026-06-11T05:29:13.792" v="1497" actId="20577"/>
          <ac:spMkLst>
            <pc:docMk/>
            <pc:sldMk cId="3943161071" sldId="548"/>
            <ac:spMk id="2" creationId="{4773916F-A80D-CA0B-8B5D-1D18C1D9A4F1}"/>
          </ac:spMkLst>
        </pc:spChg>
      </pc:sldChg>
      <pc:sldChg chg="add">
        <pc:chgData name="Al-Kindi, Nawras SMO-HR/LA" userId="cf346ea6-015d-4233-8de0-11d5ed0e6d79" providerId="ADAL" clId="{77196C3B-E635-4112-8BFE-5D1A3F2B7063}" dt="2026-06-11T05:30:44.307" v="1569"/>
        <pc:sldMkLst>
          <pc:docMk/>
          <pc:sldMk cId="2341503890" sldId="2147482178"/>
        </pc:sldMkLst>
      </pc:sldChg>
      <pc:sldMasterChg chg="delSldLayout">
        <pc:chgData name="Al-Kindi, Nawras SMO-HR/LA" userId="cf346ea6-015d-4233-8de0-11d5ed0e6d79" providerId="ADAL" clId="{77196C3B-E635-4112-8BFE-5D1A3F2B7063}" dt="2026-06-10T09:48:43.446" v="40" actId="47"/>
        <pc:sldMasterMkLst>
          <pc:docMk/>
          <pc:sldMasterMk cId="0" sldId="2147483648"/>
        </pc:sldMasterMkLst>
        <pc:sldLayoutChg chg="del">
          <pc:chgData name="Al-Kindi, Nawras SMO-HR/LA" userId="cf346ea6-015d-4233-8de0-11d5ed0e6d79" providerId="ADAL" clId="{77196C3B-E635-4112-8BFE-5D1A3F2B7063}" dt="2026-06-10T09:48:43.446" v="40" actId="47"/>
          <pc:sldLayoutMkLst>
            <pc:docMk/>
            <pc:sldMasterMk cId="0" sldId="2147483648"/>
            <pc:sldLayoutMk cId="2849849284" sldId="2147483706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learning/?u=68077770" TargetMode="External"/><Relationship Id="rId2" Type="http://schemas.openxmlformats.org/officeDocument/2006/relationships/hyperlink" Target="https://www.coursera.org/" TargetMode="External"/><Relationship Id="rId1" Type="http://schemas.openxmlformats.org/officeDocument/2006/relationships/hyperlink" Target="https://wd3.myworkday.com/shell/d/home.htmld" TargetMode="External"/><Relationship Id="rId5" Type="http://schemas.openxmlformats.org/officeDocument/2006/relationships/hyperlink" Target="https://eu001-sp.shell.com/:p:/r/sites/AAAAA0313/HRBNP/_layouts/15/Doc.aspx?sourcedoc=%7B13FDDD04-BB26-411E-9195-6E4BB974C9CD%7D&amp;file=Line%20Leader%20Toolkit%20for%20Goal%20Setting.pptx&amp;action=edit&amp;mobileredirect=true&amp;DefaultItemOpen=1" TargetMode="External"/><Relationship Id="rId4" Type="http://schemas.openxmlformats.org/officeDocument/2006/relationships/hyperlink" Target="https://eu001-sp.shell.com/sites/AAFAA5547/onboarding-dashboard/SitePages/Becoming-a-manager.aspx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learning/?u=68077770" TargetMode="External"/><Relationship Id="rId2" Type="http://schemas.openxmlformats.org/officeDocument/2006/relationships/hyperlink" Target="https://www.coursera.org/" TargetMode="External"/><Relationship Id="rId1" Type="http://schemas.openxmlformats.org/officeDocument/2006/relationships/hyperlink" Target="https://wd3.myworkday.com/shell/d/home.htmld" TargetMode="External"/><Relationship Id="rId5" Type="http://schemas.openxmlformats.org/officeDocument/2006/relationships/hyperlink" Target="https://eu001-sp.shell.com/:p:/r/sites/AAAAA0313/HRBNP/_layouts/15/Doc.aspx?sourcedoc=%7B13FDDD04-BB26-411E-9195-6E4BB974C9CD%7D&amp;file=Line%20Leader%20Toolkit%20for%20Goal%20Setting.pptx&amp;action=edit&amp;mobileredirect=true&amp;DefaultItemOpen=1" TargetMode="External"/><Relationship Id="rId4" Type="http://schemas.openxmlformats.org/officeDocument/2006/relationships/hyperlink" Target="https://eu001-sp.shell.com/sites/AAFAA5547/onboarding-dashboard/SitePages/Becoming-a-manager.aspx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40A806-4A15-49F5-A0BE-A43F921D898A}" type="doc">
      <dgm:prSet loTypeId="urn:microsoft.com/office/officeart/2005/8/layout/orgChart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1083B72-6DAD-4A64-85FF-610E97B8DA9D}">
      <dgm:prSet phldrT="[Text]" phldr="0" custT="1"/>
      <dgm:spPr/>
      <dgm:t>
        <a:bodyPr/>
        <a:lstStyle/>
        <a:p>
          <a:r>
            <a:rPr lang="en-US" sz="1100" b="1" dirty="0"/>
            <a:t>Learning &amp; Development </a:t>
          </a:r>
        </a:p>
      </dgm:t>
    </dgm:pt>
    <dgm:pt modelId="{93C90960-7BED-43FE-80DE-18194D54E0F8}" type="parTrans" cxnId="{F9E76472-26BC-45D4-A5C7-B6221DBFC189}">
      <dgm:prSet/>
      <dgm:spPr/>
      <dgm:t>
        <a:bodyPr/>
        <a:lstStyle/>
        <a:p>
          <a:endParaRPr lang="en-US"/>
        </a:p>
      </dgm:t>
    </dgm:pt>
    <dgm:pt modelId="{57E80633-560B-41C2-8E70-17EFB2B90A42}" type="sibTrans" cxnId="{F9E76472-26BC-45D4-A5C7-B6221DBFC189}">
      <dgm:prSet/>
      <dgm:spPr/>
      <dgm:t>
        <a:bodyPr/>
        <a:lstStyle/>
        <a:p>
          <a:endParaRPr lang="en-US"/>
        </a:p>
      </dgm:t>
    </dgm:pt>
    <dgm:pt modelId="{5CCD5146-54BC-4BB9-B098-64412D4BDE0C}">
      <dgm:prSet phldrT="[Text]" phldr="0" custT="1"/>
      <dgm:spPr/>
      <dgm:t>
        <a:bodyPr/>
        <a:lstStyle/>
        <a:p>
          <a:r>
            <a:rPr lang="en-US" sz="1100" b="1" dirty="0"/>
            <a:t>Learning Platforms </a:t>
          </a:r>
        </a:p>
      </dgm:t>
    </dgm:pt>
    <dgm:pt modelId="{C693EA1B-946C-473A-B0E5-2B7B8476C70C}" type="parTrans" cxnId="{D9810C84-1458-438A-BD52-563EAC77E0AD}">
      <dgm:prSet/>
      <dgm:spPr/>
      <dgm:t>
        <a:bodyPr/>
        <a:lstStyle/>
        <a:p>
          <a:endParaRPr lang="en-US" sz="1100"/>
        </a:p>
      </dgm:t>
    </dgm:pt>
    <dgm:pt modelId="{508DEE6C-BA88-4D9B-82C2-C8B79F0C2C2B}" type="sibTrans" cxnId="{D9810C84-1458-438A-BD52-563EAC77E0AD}">
      <dgm:prSet/>
      <dgm:spPr/>
      <dgm:t>
        <a:bodyPr/>
        <a:lstStyle/>
        <a:p>
          <a:endParaRPr lang="en-US"/>
        </a:p>
      </dgm:t>
    </dgm:pt>
    <dgm:pt modelId="{3E6CCBB0-2BE5-4838-B793-F13831BAD0BC}">
      <dgm:prSet phldrT="[Text]" phldr="0" custT="1"/>
      <dgm:spPr/>
      <dgm:t>
        <a:bodyPr/>
        <a:lstStyle/>
        <a:p>
          <a:r>
            <a:rPr lang="en-US" sz="1100" b="1" dirty="0"/>
            <a:t>L&amp;D Resources </a:t>
          </a:r>
        </a:p>
      </dgm:t>
    </dgm:pt>
    <dgm:pt modelId="{A5E9DB3D-A834-4036-AAA1-61B564EE5CD1}" type="parTrans" cxnId="{D1DF594B-ABBE-4A22-BCCB-C93B0E760AD2}">
      <dgm:prSet/>
      <dgm:spPr/>
      <dgm:t>
        <a:bodyPr/>
        <a:lstStyle/>
        <a:p>
          <a:endParaRPr lang="en-US" sz="1100"/>
        </a:p>
      </dgm:t>
    </dgm:pt>
    <dgm:pt modelId="{71C6682B-2BE2-4A9A-AD9A-EF5B3793CF0E}" type="sibTrans" cxnId="{D1DF594B-ABBE-4A22-BCCB-C93B0E760AD2}">
      <dgm:prSet/>
      <dgm:spPr/>
      <dgm:t>
        <a:bodyPr/>
        <a:lstStyle/>
        <a:p>
          <a:endParaRPr lang="en-US"/>
        </a:p>
      </dgm:t>
    </dgm:pt>
    <dgm:pt modelId="{EB1286BB-1DA2-4219-9EF7-8C631B247F8B}">
      <dgm:prSet phldrT="[Text]" phldr="0" custT="1"/>
      <dgm:spPr/>
      <dgm:t>
        <a:bodyPr/>
        <a:lstStyle/>
        <a:p>
          <a:r>
            <a:rPr lang="en-US" sz="1100" b="1" dirty="0"/>
            <a:t>Leaders Corner </a:t>
          </a:r>
        </a:p>
      </dgm:t>
    </dgm:pt>
    <dgm:pt modelId="{39A25616-134D-439F-887C-FAD2F4495C82}" type="parTrans" cxnId="{0AD33456-63ED-4B3A-A419-988B6D0BCC8C}">
      <dgm:prSet/>
      <dgm:spPr/>
      <dgm:t>
        <a:bodyPr/>
        <a:lstStyle/>
        <a:p>
          <a:endParaRPr lang="en-US" sz="1100"/>
        </a:p>
      </dgm:t>
    </dgm:pt>
    <dgm:pt modelId="{0164BC0F-63A3-4938-8F87-29064F23FC0A}" type="sibTrans" cxnId="{0AD33456-63ED-4B3A-A419-988B6D0BCC8C}">
      <dgm:prSet/>
      <dgm:spPr/>
      <dgm:t>
        <a:bodyPr/>
        <a:lstStyle/>
        <a:p>
          <a:endParaRPr lang="en-US"/>
        </a:p>
      </dgm:t>
    </dgm:pt>
    <dgm:pt modelId="{8B308924-FBE6-4F7E-A59C-B056826A0067}">
      <dgm:prSet custT="1"/>
      <dgm:spPr/>
      <dgm:t>
        <a:bodyPr/>
        <a:lstStyle/>
        <a:p>
          <a:r>
            <a:rPr lang="en-US" sz="1100" b="1" dirty="0"/>
            <a:t>Professional Qualifications</a:t>
          </a:r>
        </a:p>
      </dgm:t>
    </dgm:pt>
    <dgm:pt modelId="{1DC9F266-0209-42D5-80EB-0E387A2F4F58}" type="parTrans" cxnId="{BB69950D-E190-45B3-8801-C257C0E00C1B}">
      <dgm:prSet/>
      <dgm:spPr/>
      <dgm:t>
        <a:bodyPr/>
        <a:lstStyle/>
        <a:p>
          <a:endParaRPr lang="en-US" sz="1100"/>
        </a:p>
      </dgm:t>
    </dgm:pt>
    <dgm:pt modelId="{60FBA962-792F-4662-A2BF-E0B55F0491E1}" type="sibTrans" cxnId="{BB69950D-E190-45B3-8801-C257C0E00C1B}">
      <dgm:prSet/>
      <dgm:spPr/>
      <dgm:t>
        <a:bodyPr/>
        <a:lstStyle/>
        <a:p>
          <a:endParaRPr lang="en-US"/>
        </a:p>
      </dgm:t>
    </dgm:pt>
    <dgm:pt modelId="{66796440-864D-4F25-A413-6CDE8E5471BB}">
      <dgm:prSet custT="1"/>
      <dgm:spPr/>
      <dgm:t>
        <a:bodyPr/>
        <a:lstStyle/>
        <a:p>
          <a:r>
            <a:rPr lang="en-US" sz="1100" b="1" dirty="0"/>
            <a:t>Competencies Repository </a:t>
          </a:r>
        </a:p>
      </dgm:t>
    </dgm:pt>
    <dgm:pt modelId="{8281025C-0E93-493E-B8BA-035E65DAEF4C}" type="parTrans" cxnId="{13D01D16-7B7A-43C0-8958-C0EEBD45FC6A}">
      <dgm:prSet/>
      <dgm:spPr/>
      <dgm:t>
        <a:bodyPr/>
        <a:lstStyle/>
        <a:p>
          <a:endParaRPr lang="en-US" sz="1100"/>
        </a:p>
      </dgm:t>
    </dgm:pt>
    <dgm:pt modelId="{278CB374-2EE0-4B65-AE05-6C4CAEA78DCE}" type="sibTrans" cxnId="{13D01D16-7B7A-43C0-8958-C0EEBD45FC6A}">
      <dgm:prSet/>
      <dgm:spPr/>
      <dgm:t>
        <a:bodyPr/>
        <a:lstStyle/>
        <a:p>
          <a:endParaRPr lang="en-US"/>
        </a:p>
      </dgm:t>
    </dgm:pt>
    <dgm:pt modelId="{9E7D4417-442B-473A-BF99-C0A6D2A19C08}">
      <dgm:prSet custT="1"/>
      <dgm:spPr/>
      <dgm:t>
        <a:bodyPr/>
        <a:lstStyle/>
        <a:p>
          <a:pPr>
            <a:buNone/>
          </a:pPr>
          <a:r>
            <a:rPr lang="en-US" sz="1100">
              <a:hlinkClick xmlns:r="http://schemas.openxmlformats.org/officeDocument/2006/relationships" r:id="rId1"/>
            </a:rPr>
            <a:t>Home - Workday</a:t>
          </a:r>
          <a:endParaRPr lang="en-US" sz="1100"/>
        </a:p>
      </dgm:t>
    </dgm:pt>
    <dgm:pt modelId="{08317823-052A-490D-BFA9-318FD43A128A}" type="parTrans" cxnId="{33E65124-F835-4C58-AFF3-048BF6D20007}">
      <dgm:prSet/>
      <dgm:spPr/>
      <dgm:t>
        <a:bodyPr/>
        <a:lstStyle/>
        <a:p>
          <a:endParaRPr lang="en-US" sz="1100"/>
        </a:p>
      </dgm:t>
    </dgm:pt>
    <dgm:pt modelId="{BC036D54-4559-46B3-9C03-4B2A1BEFACC6}" type="sibTrans" cxnId="{33E65124-F835-4C58-AFF3-048BF6D20007}">
      <dgm:prSet/>
      <dgm:spPr/>
      <dgm:t>
        <a:bodyPr/>
        <a:lstStyle/>
        <a:p>
          <a:endParaRPr lang="en-US"/>
        </a:p>
      </dgm:t>
    </dgm:pt>
    <dgm:pt modelId="{19D923AA-CA68-44B4-BB5B-B44E917C78B3}">
      <dgm:prSet custT="1"/>
      <dgm:spPr/>
      <dgm:t>
        <a:bodyPr/>
        <a:lstStyle/>
        <a:p>
          <a:pPr>
            <a:buNone/>
          </a:pPr>
          <a:r>
            <a:rPr lang="en-US" sz="1100">
              <a:hlinkClick xmlns:r="http://schemas.openxmlformats.org/officeDocument/2006/relationships" r:id="rId2"/>
            </a:rPr>
            <a:t>Coursera | Courses, Professional Certificates, and Degrees Online</a:t>
          </a:r>
          <a:endParaRPr lang="en-US" sz="1100"/>
        </a:p>
      </dgm:t>
    </dgm:pt>
    <dgm:pt modelId="{661D5FB6-F6E1-4510-B234-C52C12FDE9B2}" type="parTrans" cxnId="{FE18F27B-88DE-4CD1-A42D-9878B6DAA139}">
      <dgm:prSet/>
      <dgm:spPr/>
      <dgm:t>
        <a:bodyPr/>
        <a:lstStyle/>
        <a:p>
          <a:endParaRPr lang="en-US" sz="1100"/>
        </a:p>
      </dgm:t>
    </dgm:pt>
    <dgm:pt modelId="{116A3652-74AA-4743-BB86-D30D15915F7E}" type="sibTrans" cxnId="{FE18F27B-88DE-4CD1-A42D-9878B6DAA139}">
      <dgm:prSet/>
      <dgm:spPr/>
      <dgm:t>
        <a:bodyPr/>
        <a:lstStyle/>
        <a:p>
          <a:endParaRPr lang="en-US"/>
        </a:p>
      </dgm:t>
    </dgm:pt>
    <dgm:pt modelId="{6E4234E4-2A75-4DFC-94EC-8802AA6B29CE}">
      <dgm:prSet custT="1"/>
      <dgm:spPr/>
      <dgm:t>
        <a:bodyPr/>
        <a:lstStyle/>
        <a:p>
          <a:pPr>
            <a:buNone/>
          </a:pPr>
          <a:r>
            <a:rPr lang="en-US" sz="1100">
              <a:hlinkClick xmlns:r="http://schemas.openxmlformats.org/officeDocument/2006/relationships" r:id="rId3"/>
            </a:rPr>
            <a:t>LinkedIn Learning: Online Courses for Creative, Technology, Business Skills</a:t>
          </a:r>
          <a:endParaRPr lang="en-US" sz="1100"/>
        </a:p>
      </dgm:t>
    </dgm:pt>
    <dgm:pt modelId="{8A9AE79C-DFDD-40A7-9CDF-F7C79F7531FC}" type="parTrans" cxnId="{728BF6B4-8F40-4467-8AD3-B5174463CD1F}">
      <dgm:prSet/>
      <dgm:spPr/>
      <dgm:t>
        <a:bodyPr/>
        <a:lstStyle/>
        <a:p>
          <a:endParaRPr lang="en-US" sz="1100"/>
        </a:p>
      </dgm:t>
    </dgm:pt>
    <dgm:pt modelId="{BC733181-B343-4EC3-B336-ADCB7D0F092C}" type="sibTrans" cxnId="{728BF6B4-8F40-4467-8AD3-B5174463CD1F}">
      <dgm:prSet/>
      <dgm:spPr/>
      <dgm:t>
        <a:bodyPr/>
        <a:lstStyle/>
        <a:p>
          <a:endParaRPr lang="en-US"/>
        </a:p>
      </dgm:t>
    </dgm:pt>
    <dgm:pt modelId="{FBD02286-28DD-43C0-BC6D-D931036B60BF}">
      <dgm:prSet custT="1"/>
      <dgm:spPr/>
      <dgm:t>
        <a:bodyPr/>
        <a:lstStyle/>
        <a:p>
          <a:r>
            <a:rPr lang="en-US" sz="1100" dirty="0"/>
            <a:t>Business Learning and Development</a:t>
          </a:r>
        </a:p>
      </dgm:t>
    </dgm:pt>
    <dgm:pt modelId="{059CF7BF-E576-4129-8CE3-B0AD74828E28}" type="parTrans" cxnId="{A732243F-3553-4106-B062-C13350B29B29}">
      <dgm:prSet/>
      <dgm:spPr/>
      <dgm:t>
        <a:bodyPr/>
        <a:lstStyle/>
        <a:p>
          <a:endParaRPr lang="en-US" sz="1100"/>
        </a:p>
      </dgm:t>
    </dgm:pt>
    <dgm:pt modelId="{9E2B6402-178F-4B88-9C4F-C1800F8F6E57}" type="sibTrans" cxnId="{A732243F-3553-4106-B062-C13350B29B29}">
      <dgm:prSet/>
      <dgm:spPr/>
      <dgm:t>
        <a:bodyPr/>
        <a:lstStyle/>
        <a:p>
          <a:endParaRPr lang="en-US"/>
        </a:p>
      </dgm:t>
    </dgm:pt>
    <dgm:pt modelId="{A34C1872-4E63-4675-9140-7BC0B4E8EDB7}">
      <dgm:prSet custT="1"/>
      <dgm:spPr/>
      <dgm:t>
        <a:bodyPr/>
        <a:lstStyle/>
        <a:p>
          <a:r>
            <a:rPr lang="en-US" sz="1100" dirty="0"/>
            <a:t>Functional Learning and Development </a:t>
          </a:r>
        </a:p>
      </dgm:t>
    </dgm:pt>
    <dgm:pt modelId="{5026A1FD-2C34-4091-858A-D7AF41538564}" type="parTrans" cxnId="{365E9A45-F1C5-49EF-A002-F21B12EEE755}">
      <dgm:prSet/>
      <dgm:spPr/>
      <dgm:t>
        <a:bodyPr/>
        <a:lstStyle/>
        <a:p>
          <a:endParaRPr lang="en-US" sz="1100"/>
        </a:p>
      </dgm:t>
    </dgm:pt>
    <dgm:pt modelId="{FB0E530F-789C-49BF-A2EC-92AAA3E95D43}" type="sibTrans" cxnId="{365E9A45-F1C5-49EF-A002-F21B12EEE755}">
      <dgm:prSet/>
      <dgm:spPr/>
      <dgm:t>
        <a:bodyPr/>
        <a:lstStyle/>
        <a:p>
          <a:endParaRPr lang="en-US"/>
        </a:p>
      </dgm:t>
    </dgm:pt>
    <dgm:pt modelId="{D1FD78E0-DC55-4EE9-8CD3-6DACAF208A9B}">
      <dgm:prSet custT="1"/>
      <dgm:spPr/>
      <dgm:t>
        <a:bodyPr/>
        <a:lstStyle/>
        <a:p>
          <a:pPr>
            <a:buNone/>
          </a:pPr>
          <a:r>
            <a:rPr lang="en-US" sz="1100" b="0" i="0" dirty="0"/>
            <a:t>Group Learning and Development</a:t>
          </a:r>
          <a:endParaRPr lang="en-US" sz="1100" b="0" dirty="0"/>
        </a:p>
      </dgm:t>
    </dgm:pt>
    <dgm:pt modelId="{16434077-45CE-4103-BE62-620E8C3803EA}" type="parTrans" cxnId="{F3154299-289C-4616-9652-6FBC71CA29EA}">
      <dgm:prSet/>
      <dgm:spPr/>
      <dgm:t>
        <a:bodyPr/>
        <a:lstStyle/>
        <a:p>
          <a:endParaRPr lang="en-US"/>
        </a:p>
      </dgm:t>
    </dgm:pt>
    <dgm:pt modelId="{F09C5B86-3420-4581-996D-D755E3FF6F7B}" type="sibTrans" cxnId="{F3154299-289C-4616-9652-6FBC71CA29EA}">
      <dgm:prSet/>
      <dgm:spPr/>
      <dgm:t>
        <a:bodyPr/>
        <a:lstStyle/>
        <a:p>
          <a:endParaRPr lang="en-US"/>
        </a:p>
      </dgm:t>
    </dgm:pt>
    <dgm:pt modelId="{AFCDAD7A-009A-4A7B-BF87-5C4F67A17DDD}">
      <dgm:prSet custT="1"/>
      <dgm:spPr/>
      <dgm:t>
        <a:bodyPr/>
        <a:lstStyle/>
        <a:p>
          <a:r>
            <a:rPr lang="en-US" sz="1100" b="1" kern="1200" dirty="0">
              <a:solidFill>
                <a:srgbClr val="404040">
                  <a:hueOff val="0"/>
                  <a:satOff val="0"/>
                  <a:lumOff val="0"/>
                  <a:alphaOff val="0"/>
                </a:srgbClr>
              </a:solidFill>
              <a:latin typeface="ShellMedium"/>
              <a:ea typeface="+mn-ea"/>
              <a:cs typeface="+mn-cs"/>
            </a:rPr>
            <a:t>Winning Performance Culture </a:t>
          </a:r>
        </a:p>
      </dgm:t>
    </dgm:pt>
    <dgm:pt modelId="{51DBE141-DE8B-41FC-9359-7B21A8651FC5}" type="parTrans" cxnId="{9B2882E7-5F10-4B54-96C2-B7436218FB48}">
      <dgm:prSet/>
      <dgm:spPr/>
      <dgm:t>
        <a:bodyPr/>
        <a:lstStyle/>
        <a:p>
          <a:endParaRPr lang="en-US"/>
        </a:p>
      </dgm:t>
    </dgm:pt>
    <dgm:pt modelId="{CFF3D9D7-B19C-435A-93DE-8231B01AA3DC}" type="sibTrans" cxnId="{9B2882E7-5F10-4B54-96C2-B7436218FB48}">
      <dgm:prSet/>
      <dgm:spPr/>
      <dgm:t>
        <a:bodyPr/>
        <a:lstStyle/>
        <a:p>
          <a:endParaRPr lang="en-US"/>
        </a:p>
      </dgm:t>
    </dgm:pt>
    <dgm:pt modelId="{125703FD-852A-4954-81B0-CAE84F185D2B}">
      <dgm:prSet custT="1"/>
      <dgm:spPr/>
      <dgm:t>
        <a:bodyPr/>
        <a:lstStyle/>
        <a:p>
          <a:pPr>
            <a:buNone/>
          </a:pPr>
          <a:r>
            <a:rPr lang="en-US" sz="1400">
              <a:hlinkClick xmlns:r="http://schemas.openxmlformats.org/officeDocument/2006/relationships" r:id="rId4"/>
            </a:rPr>
            <a:t>Becoming a Line manager</a:t>
          </a:r>
          <a:endParaRPr lang="en-US" sz="1400"/>
        </a:p>
      </dgm:t>
    </dgm:pt>
    <dgm:pt modelId="{B3064992-CE7C-4BE2-B3DB-BFDCD44D7B10}" type="parTrans" cxnId="{E600349B-E57D-4AA5-BD63-9CE4524BADC4}">
      <dgm:prSet/>
      <dgm:spPr/>
      <dgm:t>
        <a:bodyPr/>
        <a:lstStyle/>
        <a:p>
          <a:endParaRPr lang="en-US"/>
        </a:p>
      </dgm:t>
    </dgm:pt>
    <dgm:pt modelId="{3B7FEC84-C2BC-433F-8955-8E791030A80C}" type="sibTrans" cxnId="{E600349B-E57D-4AA5-BD63-9CE4524BADC4}">
      <dgm:prSet/>
      <dgm:spPr/>
      <dgm:t>
        <a:bodyPr/>
        <a:lstStyle/>
        <a:p>
          <a:endParaRPr lang="en-US"/>
        </a:p>
      </dgm:t>
    </dgm:pt>
    <dgm:pt modelId="{EC36CD26-F059-4418-A99D-3F1DDFE8996B}">
      <dgm:prSet/>
      <dgm:spPr/>
      <dgm:t>
        <a:bodyPr/>
        <a:lstStyle/>
        <a:p>
          <a:pPr>
            <a:buNone/>
          </a:pPr>
          <a:r>
            <a:rPr lang="en-US">
              <a:hlinkClick xmlns:r="http://schemas.openxmlformats.org/officeDocument/2006/relationships" r:id="rId5"/>
            </a:rPr>
            <a:t>Line Leader Toolkit for Goal Setting.pptx</a:t>
          </a:r>
          <a:endParaRPr lang="en-US"/>
        </a:p>
      </dgm:t>
    </dgm:pt>
    <dgm:pt modelId="{48883D35-8CF1-4C5D-8C81-EA7F789D8384}" type="parTrans" cxnId="{3B96DAAF-7113-4BBB-9799-B083645B199B}">
      <dgm:prSet/>
      <dgm:spPr/>
      <dgm:t>
        <a:bodyPr/>
        <a:lstStyle/>
        <a:p>
          <a:endParaRPr lang="en-US"/>
        </a:p>
      </dgm:t>
    </dgm:pt>
    <dgm:pt modelId="{A3C79455-4E4E-41CC-A3D7-9F51E560D852}" type="sibTrans" cxnId="{3B96DAAF-7113-4BBB-9799-B083645B199B}">
      <dgm:prSet/>
      <dgm:spPr/>
      <dgm:t>
        <a:bodyPr/>
        <a:lstStyle/>
        <a:p>
          <a:endParaRPr lang="en-US"/>
        </a:p>
      </dgm:t>
    </dgm:pt>
    <dgm:pt modelId="{0FB8FC14-3E9C-4DB9-92C5-F156BB03C7CF}">
      <dgm:prSet/>
      <dgm:spPr/>
      <dgm:t>
        <a:bodyPr/>
        <a:lstStyle/>
        <a:p>
          <a:r>
            <a:rPr lang="en-US" dirty="0"/>
            <a:t>2026 Learning Programmes </a:t>
          </a:r>
        </a:p>
      </dgm:t>
    </dgm:pt>
    <dgm:pt modelId="{447C7748-F74E-4D66-9CD6-0395E3AD37A5}" type="parTrans" cxnId="{87B4AD39-49AD-4969-BCB7-5914C6778CE3}">
      <dgm:prSet/>
      <dgm:spPr/>
    </dgm:pt>
    <dgm:pt modelId="{43FD668C-82F6-468F-8060-F063AB6D0C5D}" type="sibTrans" cxnId="{87B4AD39-49AD-4969-BCB7-5914C6778CE3}">
      <dgm:prSet/>
      <dgm:spPr/>
    </dgm:pt>
    <dgm:pt modelId="{A7F71545-E1A9-46FE-84B9-DE2A2E42EE8C}">
      <dgm:prSet/>
      <dgm:spPr/>
      <dgm:t>
        <a:bodyPr/>
        <a:lstStyle/>
        <a:p>
          <a:r>
            <a:rPr lang="en-US" dirty="0"/>
            <a:t>Past: People Development Week </a:t>
          </a:r>
        </a:p>
      </dgm:t>
    </dgm:pt>
    <dgm:pt modelId="{8A39059D-DE25-4579-8EAE-66A2D9CEE6E0}" type="parTrans" cxnId="{052993BB-D0A6-4828-9126-EABF012975D3}">
      <dgm:prSet/>
      <dgm:spPr/>
    </dgm:pt>
    <dgm:pt modelId="{088EA6B5-C4E4-469B-A33D-620AAFC44CB5}" type="sibTrans" cxnId="{052993BB-D0A6-4828-9126-EABF012975D3}">
      <dgm:prSet/>
      <dgm:spPr/>
    </dgm:pt>
    <dgm:pt modelId="{05189D49-C862-4C38-94E2-564A9DF2CE64}">
      <dgm:prSet/>
      <dgm:spPr/>
      <dgm:t>
        <a:bodyPr/>
        <a:lstStyle/>
        <a:p>
          <a:r>
            <a:rPr lang="en-US" dirty="0"/>
            <a:t>Past: LEAD for Frontline </a:t>
          </a:r>
        </a:p>
      </dgm:t>
    </dgm:pt>
    <dgm:pt modelId="{1DE19F38-9FB6-4911-8E8E-3E396FE50D01}" type="parTrans" cxnId="{EBF0AAA6-DFFE-4645-9798-7977466E47F5}">
      <dgm:prSet/>
      <dgm:spPr/>
    </dgm:pt>
    <dgm:pt modelId="{EE525E3B-BF70-4BBB-8BE0-9DEE6EEFF746}" type="sibTrans" cxnId="{EBF0AAA6-DFFE-4645-9798-7977466E47F5}">
      <dgm:prSet/>
      <dgm:spPr/>
    </dgm:pt>
    <dgm:pt modelId="{F8D0B4A1-75C9-4C5D-ABFF-7FB22E79090B}">
      <dgm:prSet/>
      <dgm:spPr/>
      <dgm:t>
        <a:bodyPr/>
        <a:lstStyle/>
        <a:p>
          <a:r>
            <a:rPr lang="en-US" dirty="0"/>
            <a:t>Itqan </a:t>
          </a:r>
        </a:p>
      </dgm:t>
    </dgm:pt>
    <dgm:pt modelId="{BED80FD8-39C8-4740-98A9-EF078598CBFC}" type="parTrans" cxnId="{287AE765-1B7E-4F39-AFC0-BD898B24F9CE}">
      <dgm:prSet/>
      <dgm:spPr/>
    </dgm:pt>
    <dgm:pt modelId="{B11D0F90-7379-4833-960C-145FEDFA5E6D}" type="sibTrans" cxnId="{287AE765-1B7E-4F39-AFC0-BD898B24F9CE}">
      <dgm:prSet/>
      <dgm:spPr/>
    </dgm:pt>
    <dgm:pt modelId="{9CBA4153-DB2D-469D-8C7C-26EB041329A0}" type="pres">
      <dgm:prSet presAssocID="{9540A806-4A15-49F5-A0BE-A43F921D898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D59D748-F8A6-4F3D-A1DF-8DA11564974C}" type="pres">
      <dgm:prSet presAssocID="{31083B72-6DAD-4A64-85FF-610E97B8DA9D}" presName="hierRoot1" presStyleCnt="0">
        <dgm:presLayoutVars>
          <dgm:hierBranch val="init"/>
        </dgm:presLayoutVars>
      </dgm:prSet>
      <dgm:spPr/>
    </dgm:pt>
    <dgm:pt modelId="{7B4D6F82-0B4D-4413-80CA-66EDAAEA2BE4}" type="pres">
      <dgm:prSet presAssocID="{31083B72-6DAD-4A64-85FF-610E97B8DA9D}" presName="rootComposite1" presStyleCnt="0"/>
      <dgm:spPr/>
    </dgm:pt>
    <dgm:pt modelId="{052C9E41-0AEE-421B-9AD8-17C6F44CE93C}" type="pres">
      <dgm:prSet presAssocID="{31083B72-6DAD-4A64-85FF-610E97B8DA9D}" presName="rootText1" presStyleLbl="node0" presStyleIdx="0" presStyleCnt="1" custScaleX="195849">
        <dgm:presLayoutVars>
          <dgm:chPref val="3"/>
        </dgm:presLayoutVars>
      </dgm:prSet>
      <dgm:spPr/>
    </dgm:pt>
    <dgm:pt modelId="{5C0EFDCF-B5C1-48E9-8ABF-9D7B487AAE54}" type="pres">
      <dgm:prSet presAssocID="{31083B72-6DAD-4A64-85FF-610E97B8DA9D}" presName="rootConnector1" presStyleLbl="node1" presStyleIdx="0" presStyleCnt="0"/>
      <dgm:spPr/>
    </dgm:pt>
    <dgm:pt modelId="{0CAADC87-51CF-4B41-967B-CC163BD8FBFC}" type="pres">
      <dgm:prSet presAssocID="{31083B72-6DAD-4A64-85FF-610E97B8DA9D}" presName="hierChild2" presStyleCnt="0"/>
      <dgm:spPr/>
    </dgm:pt>
    <dgm:pt modelId="{20746CA3-4A8F-46C1-A718-9B37A851180C}" type="pres">
      <dgm:prSet presAssocID="{C693EA1B-946C-473A-B0E5-2B7B8476C70C}" presName="Name37" presStyleLbl="parChTrans1D2" presStyleIdx="0" presStyleCnt="7"/>
      <dgm:spPr/>
    </dgm:pt>
    <dgm:pt modelId="{1AB14C2D-CC49-4859-9DB1-BFBBA093B2D6}" type="pres">
      <dgm:prSet presAssocID="{5CCD5146-54BC-4BB9-B098-64412D4BDE0C}" presName="hierRoot2" presStyleCnt="0">
        <dgm:presLayoutVars>
          <dgm:hierBranch val="init"/>
        </dgm:presLayoutVars>
      </dgm:prSet>
      <dgm:spPr/>
    </dgm:pt>
    <dgm:pt modelId="{22498073-9C11-478C-A05D-55E65502C2CA}" type="pres">
      <dgm:prSet presAssocID="{5CCD5146-54BC-4BB9-B098-64412D4BDE0C}" presName="rootComposite" presStyleCnt="0"/>
      <dgm:spPr/>
    </dgm:pt>
    <dgm:pt modelId="{30ACD03D-B006-457B-8F10-6261C7D528A5}" type="pres">
      <dgm:prSet presAssocID="{5CCD5146-54BC-4BB9-B098-64412D4BDE0C}" presName="rootText" presStyleLbl="node2" presStyleIdx="0" presStyleCnt="7">
        <dgm:presLayoutVars>
          <dgm:chPref val="3"/>
        </dgm:presLayoutVars>
      </dgm:prSet>
      <dgm:spPr/>
    </dgm:pt>
    <dgm:pt modelId="{C6DF66E9-1445-4F54-9120-8BD24C8BE30C}" type="pres">
      <dgm:prSet presAssocID="{5CCD5146-54BC-4BB9-B098-64412D4BDE0C}" presName="rootConnector" presStyleLbl="node2" presStyleIdx="0" presStyleCnt="7"/>
      <dgm:spPr/>
    </dgm:pt>
    <dgm:pt modelId="{421A26F3-82E2-400F-8102-5A43802C4902}" type="pres">
      <dgm:prSet presAssocID="{5CCD5146-54BC-4BB9-B098-64412D4BDE0C}" presName="hierChild4" presStyleCnt="0"/>
      <dgm:spPr/>
    </dgm:pt>
    <dgm:pt modelId="{ED7F85B8-71BD-4BBB-A127-EBCA5AD7D31B}" type="pres">
      <dgm:prSet presAssocID="{08317823-052A-490D-BFA9-318FD43A128A}" presName="Name37" presStyleLbl="parChTrans1D3" presStyleIdx="0" presStyleCnt="11"/>
      <dgm:spPr/>
    </dgm:pt>
    <dgm:pt modelId="{9602C256-B2AE-4747-BD66-919B86D82C09}" type="pres">
      <dgm:prSet presAssocID="{9E7D4417-442B-473A-BF99-C0A6D2A19C08}" presName="hierRoot2" presStyleCnt="0">
        <dgm:presLayoutVars>
          <dgm:hierBranch val="init"/>
        </dgm:presLayoutVars>
      </dgm:prSet>
      <dgm:spPr/>
    </dgm:pt>
    <dgm:pt modelId="{F9AC6F3D-A875-4315-82B7-087C29275C35}" type="pres">
      <dgm:prSet presAssocID="{9E7D4417-442B-473A-BF99-C0A6D2A19C08}" presName="rootComposite" presStyleCnt="0"/>
      <dgm:spPr/>
    </dgm:pt>
    <dgm:pt modelId="{736175F6-D880-4EE5-8114-CD24AFB9588C}" type="pres">
      <dgm:prSet presAssocID="{9E7D4417-442B-473A-BF99-C0A6D2A19C08}" presName="rootText" presStyleLbl="node3" presStyleIdx="0" presStyleCnt="11">
        <dgm:presLayoutVars>
          <dgm:chPref val="3"/>
        </dgm:presLayoutVars>
      </dgm:prSet>
      <dgm:spPr/>
    </dgm:pt>
    <dgm:pt modelId="{DFB27C3C-AD65-429D-B42A-EB62A308EA9D}" type="pres">
      <dgm:prSet presAssocID="{9E7D4417-442B-473A-BF99-C0A6D2A19C08}" presName="rootConnector" presStyleLbl="node3" presStyleIdx="0" presStyleCnt="11"/>
      <dgm:spPr/>
    </dgm:pt>
    <dgm:pt modelId="{E2656ABD-84C1-4E20-8B2D-ECAAC208A940}" type="pres">
      <dgm:prSet presAssocID="{9E7D4417-442B-473A-BF99-C0A6D2A19C08}" presName="hierChild4" presStyleCnt="0"/>
      <dgm:spPr/>
    </dgm:pt>
    <dgm:pt modelId="{40F2CDF5-C645-4517-AB99-A15619BF62F9}" type="pres">
      <dgm:prSet presAssocID="{9E7D4417-442B-473A-BF99-C0A6D2A19C08}" presName="hierChild5" presStyleCnt="0"/>
      <dgm:spPr/>
    </dgm:pt>
    <dgm:pt modelId="{B58086F4-64C8-4813-B6EE-4078E705A74B}" type="pres">
      <dgm:prSet presAssocID="{661D5FB6-F6E1-4510-B234-C52C12FDE9B2}" presName="Name37" presStyleLbl="parChTrans1D3" presStyleIdx="1" presStyleCnt="11"/>
      <dgm:spPr/>
    </dgm:pt>
    <dgm:pt modelId="{A8DF48EF-6D7B-4B9B-8661-BB9223B46AB7}" type="pres">
      <dgm:prSet presAssocID="{19D923AA-CA68-44B4-BB5B-B44E917C78B3}" presName="hierRoot2" presStyleCnt="0">
        <dgm:presLayoutVars>
          <dgm:hierBranch val="init"/>
        </dgm:presLayoutVars>
      </dgm:prSet>
      <dgm:spPr/>
    </dgm:pt>
    <dgm:pt modelId="{D28ABC52-1699-4215-B870-D7B11748BD15}" type="pres">
      <dgm:prSet presAssocID="{19D923AA-CA68-44B4-BB5B-B44E917C78B3}" presName="rootComposite" presStyleCnt="0"/>
      <dgm:spPr/>
    </dgm:pt>
    <dgm:pt modelId="{8D6DE3C8-C0E8-4BEF-BEE4-05E165427CF5}" type="pres">
      <dgm:prSet presAssocID="{19D923AA-CA68-44B4-BB5B-B44E917C78B3}" presName="rootText" presStyleLbl="node3" presStyleIdx="1" presStyleCnt="11">
        <dgm:presLayoutVars>
          <dgm:chPref val="3"/>
        </dgm:presLayoutVars>
      </dgm:prSet>
      <dgm:spPr/>
    </dgm:pt>
    <dgm:pt modelId="{87570779-360B-4BEC-A0D5-6D20DA0BB778}" type="pres">
      <dgm:prSet presAssocID="{19D923AA-CA68-44B4-BB5B-B44E917C78B3}" presName="rootConnector" presStyleLbl="node3" presStyleIdx="1" presStyleCnt="11"/>
      <dgm:spPr/>
    </dgm:pt>
    <dgm:pt modelId="{C9A9CE7B-C2B8-4641-8747-07E53FB0CCF3}" type="pres">
      <dgm:prSet presAssocID="{19D923AA-CA68-44B4-BB5B-B44E917C78B3}" presName="hierChild4" presStyleCnt="0"/>
      <dgm:spPr/>
    </dgm:pt>
    <dgm:pt modelId="{8E1E5272-3B20-4354-B87E-6F6464DEBAE8}" type="pres">
      <dgm:prSet presAssocID="{19D923AA-CA68-44B4-BB5B-B44E917C78B3}" presName="hierChild5" presStyleCnt="0"/>
      <dgm:spPr/>
    </dgm:pt>
    <dgm:pt modelId="{0E7BE6A0-177A-4869-B071-D1EEAA0030CF}" type="pres">
      <dgm:prSet presAssocID="{8A9AE79C-DFDD-40A7-9CDF-F7C79F7531FC}" presName="Name37" presStyleLbl="parChTrans1D3" presStyleIdx="2" presStyleCnt="11"/>
      <dgm:spPr/>
    </dgm:pt>
    <dgm:pt modelId="{EC0B83BD-950A-4151-87FA-6A6651ECC7DE}" type="pres">
      <dgm:prSet presAssocID="{6E4234E4-2A75-4DFC-94EC-8802AA6B29CE}" presName="hierRoot2" presStyleCnt="0">
        <dgm:presLayoutVars>
          <dgm:hierBranch val="init"/>
        </dgm:presLayoutVars>
      </dgm:prSet>
      <dgm:spPr/>
    </dgm:pt>
    <dgm:pt modelId="{8E14FC48-3261-4DBE-8291-991CFF9EDC0C}" type="pres">
      <dgm:prSet presAssocID="{6E4234E4-2A75-4DFC-94EC-8802AA6B29CE}" presName="rootComposite" presStyleCnt="0"/>
      <dgm:spPr/>
    </dgm:pt>
    <dgm:pt modelId="{A0239B6E-00C3-48D7-A0A7-6504B03A7631}" type="pres">
      <dgm:prSet presAssocID="{6E4234E4-2A75-4DFC-94EC-8802AA6B29CE}" presName="rootText" presStyleLbl="node3" presStyleIdx="2" presStyleCnt="11">
        <dgm:presLayoutVars>
          <dgm:chPref val="3"/>
        </dgm:presLayoutVars>
      </dgm:prSet>
      <dgm:spPr/>
    </dgm:pt>
    <dgm:pt modelId="{AD32218A-C08F-4281-BB0F-5EEC691C4BA0}" type="pres">
      <dgm:prSet presAssocID="{6E4234E4-2A75-4DFC-94EC-8802AA6B29CE}" presName="rootConnector" presStyleLbl="node3" presStyleIdx="2" presStyleCnt="11"/>
      <dgm:spPr/>
    </dgm:pt>
    <dgm:pt modelId="{A09D371C-27C7-4845-8B63-48E858C35FB2}" type="pres">
      <dgm:prSet presAssocID="{6E4234E4-2A75-4DFC-94EC-8802AA6B29CE}" presName="hierChild4" presStyleCnt="0"/>
      <dgm:spPr/>
    </dgm:pt>
    <dgm:pt modelId="{6605E1DF-2AF4-4C85-A35A-F155408ABA21}" type="pres">
      <dgm:prSet presAssocID="{6E4234E4-2A75-4DFC-94EC-8802AA6B29CE}" presName="hierChild5" presStyleCnt="0"/>
      <dgm:spPr/>
    </dgm:pt>
    <dgm:pt modelId="{8A9CA2A0-F1AE-4E2C-A347-B6AE9D956B70}" type="pres">
      <dgm:prSet presAssocID="{5CCD5146-54BC-4BB9-B098-64412D4BDE0C}" presName="hierChild5" presStyleCnt="0"/>
      <dgm:spPr/>
    </dgm:pt>
    <dgm:pt modelId="{4677770B-C589-45E2-B0E9-24F03AEE49EA}" type="pres">
      <dgm:prSet presAssocID="{A5E9DB3D-A834-4036-AAA1-61B564EE5CD1}" presName="Name37" presStyleLbl="parChTrans1D2" presStyleIdx="1" presStyleCnt="7"/>
      <dgm:spPr/>
    </dgm:pt>
    <dgm:pt modelId="{F8931ED9-1A5B-4938-8139-41E8EAB44B3A}" type="pres">
      <dgm:prSet presAssocID="{3E6CCBB0-2BE5-4838-B793-F13831BAD0BC}" presName="hierRoot2" presStyleCnt="0">
        <dgm:presLayoutVars>
          <dgm:hierBranch val="init"/>
        </dgm:presLayoutVars>
      </dgm:prSet>
      <dgm:spPr/>
    </dgm:pt>
    <dgm:pt modelId="{68BB3CF3-FCC6-4346-946D-2EF145B4EAE8}" type="pres">
      <dgm:prSet presAssocID="{3E6CCBB0-2BE5-4838-B793-F13831BAD0BC}" presName="rootComposite" presStyleCnt="0"/>
      <dgm:spPr/>
    </dgm:pt>
    <dgm:pt modelId="{2DE43CFE-4FB5-4C99-BE89-B55C755FEFD0}" type="pres">
      <dgm:prSet presAssocID="{3E6CCBB0-2BE5-4838-B793-F13831BAD0BC}" presName="rootText" presStyleLbl="node2" presStyleIdx="1" presStyleCnt="7">
        <dgm:presLayoutVars>
          <dgm:chPref val="3"/>
        </dgm:presLayoutVars>
      </dgm:prSet>
      <dgm:spPr/>
    </dgm:pt>
    <dgm:pt modelId="{BA39AA3F-2A0E-4E37-8AB4-5D7AF17A4732}" type="pres">
      <dgm:prSet presAssocID="{3E6CCBB0-2BE5-4838-B793-F13831BAD0BC}" presName="rootConnector" presStyleLbl="node2" presStyleIdx="1" presStyleCnt="7"/>
      <dgm:spPr/>
    </dgm:pt>
    <dgm:pt modelId="{46EE5E89-8E6B-4C29-A27D-0EC19D0A3758}" type="pres">
      <dgm:prSet presAssocID="{3E6CCBB0-2BE5-4838-B793-F13831BAD0BC}" presName="hierChild4" presStyleCnt="0"/>
      <dgm:spPr/>
    </dgm:pt>
    <dgm:pt modelId="{18FED496-F4C1-4E42-9C6F-69548C0B5139}" type="pres">
      <dgm:prSet presAssocID="{16434077-45CE-4103-BE62-620E8C3803EA}" presName="Name37" presStyleLbl="parChTrans1D3" presStyleIdx="3" presStyleCnt="11"/>
      <dgm:spPr/>
    </dgm:pt>
    <dgm:pt modelId="{56FAE599-E4DE-4B0E-B671-E3B229E2EA51}" type="pres">
      <dgm:prSet presAssocID="{D1FD78E0-DC55-4EE9-8CD3-6DACAF208A9B}" presName="hierRoot2" presStyleCnt="0">
        <dgm:presLayoutVars>
          <dgm:hierBranch val="init"/>
        </dgm:presLayoutVars>
      </dgm:prSet>
      <dgm:spPr/>
    </dgm:pt>
    <dgm:pt modelId="{03F27D33-9BAA-4A24-93CD-A27109B16D39}" type="pres">
      <dgm:prSet presAssocID="{D1FD78E0-DC55-4EE9-8CD3-6DACAF208A9B}" presName="rootComposite" presStyleCnt="0"/>
      <dgm:spPr/>
    </dgm:pt>
    <dgm:pt modelId="{4FBE374B-8204-4E3C-9037-BE2550F8A87E}" type="pres">
      <dgm:prSet presAssocID="{D1FD78E0-DC55-4EE9-8CD3-6DACAF208A9B}" presName="rootText" presStyleLbl="node3" presStyleIdx="3" presStyleCnt="11">
        <dgm:presLayoutVars>
          <dgm:chPref val="3"/>
        </dgm:presLayoutVars>
      </dgm:prSet>
      <dgm:spPr/>
    </dgm:pt>
    <dgm:pt modelId="{7007063F-EF62-4176-8992-B233B4456112}" type="pres">
      <dgm:prSet presAssocID="{D1FD78E0-DC55-4EE9-8CD3-6DACAF208A9B}" presName="rootConnector" presStyleLbl="node3" presStyleIdx="3" presStyleCnt="11"/>
      <dgm:spPr/>
    </dgm:pt>
    <dgm:pt modelId="{C0803B46-D280-40BE-B5D3-4E0687185A36}" type="pres">
      <dgm:prSet presAssocID="{D1FD78E0-DC55-4EE9-8CD3-6DACAF208A9B}" presName="hierChild4" presStyleCnt="0"/>
      <dgm:spPr/>
    </dgm:pt>
    <dgm:pt modelId="{16F04009-C45D-4341-BA37-6B1E76336110}" type="pres">
      <dgm:prSet presAssocID="{D1FD78E0-DC55-4EE9-8CD3-6DACAF208A9B}" presName="hierChild5" presStyleCnt="0"/>
      <dgm:spPr/>
    </dgm:pt>
    <dgm:pt modelId="{CAB95154-8D63-4472-A1DC-358F0E7E4B2D}" type="pres">
      <dgm:prSet presAssocID="{059CF7BF-E576-4129-8CE3-B0AD74828E28}" presName="Name37" presStyleLbl="parChTrans1D3" presStyleIdx="4" presStyleCnt="11"/>
      <dgm:spPr/>
    </dgm:pt>
    <dgm:pt modelId="{025D8B20-24D8-438C-8F94-A3E38A9BC90A}" type="pres">
      <dgm:prSet presAssocID="{FBD02286-28DD-43C0-BC6D-D931036B60BF}" presName="hierRoot2" presStyleCnt="0">
        <dgm:presLayoutVars>
          <dgm:hierBranch val="init"/>
        </dgm:presLayoutVars>
      </dgm:prSet>
      <dgm:spPr/>
    </dgm:pt>
    <dgm:pt modelId="{BF991098-91F2-4641-BDE4-0828E893B62A}" type="pres">
      <dgm:prSet presAssocID="{FBD02286-28DD-43C0-BC6D-D931036B60BF}" presName="rootComposite" presStyleCnt="0"/>
      <dgm:spPr/>
    </dgm:pt>
    <dgm:pt modelId="{1402A6D7-581C-4122-A46A-AAE11E57D1B8}" type="pres">
      <dgm:prSet presAssocID="{FBD02286-28DD-43C0-BC6D-D931036B60BF}" presName="rootText" presStyleLbl="node3" presStyleIdx="4" presStyleCnt="11">
        <dgm:presLayoutVars>
          <dgm:chPref val="3"/>
        </dgm:presLayoutVars>
      </dgm:prSet>
      <dgm:spPr/>
    </dgm:pt>
    <dgm:pt modelId="{D75472AA-30CE-4444-B224-1FF4833DBEE3}" type="pres">
      <dgm:prSet presAssocID="{FBD02286-28DD-43C0-BC6D-D931036B60BF}" presName="rootConnector" presStyleLbl="node3" presStyleIdx="4" presStyleCnt="11"/>
      <dgm:spPr/>
    </dgm:pt>
    <dgm:pt modelId="{8CFE5A2B-6F76-479B-AD1C-3BD47347C60C}" type="pres">
      <dgm:prSet presAssocID="{FBD02286-28DD-43C0-BC6D-D931036B60BF}" presName="hierChild4" presStyleCnt="0"/>
      <dgm:spPr/>
    </dgm:pt>
    <dgm:pt modelId="{3CB93372-E897-4626-A7FD-9F85C9F4CA06}" type="pres">
      <dgm:prSet presAssocID="{FBD02286-28DD-43C0-BC6D-D931036B60BF}" presName="hierChild5" presStyleCnt="0"/>
      <dgm:spPr/>
    </dgm:pt>
    <dgm:pt modelId="{5C535A92-5C54-43EA-BEA2-CE530D96C0A7}" type="pres">
      <dgm:prSet presAssocID="{5026A1FD-2C34-4091-858A-D7AF41538564}" presName="Name37" presStyleLbl="parChTrans1D3" presStyleIdx="5" presStyleCnt="11"/>
      <dgm:spPr/>
    </dgm:pt>
    <dgm:pt modelId="{BE493CFB-8ED8-437C-9BC9-63F4D2A29B38}" type="pres">
      <dgm:prSet presAssocID="{A34C1872-4E63-4675-9140-7BC0B4E8EDB7}" presName="hierRoot2" presStyleCnt="0">
        <dgm:presLayoutVars>
          <dgm:hierBranch val="init"/>
        </dgm:presLayoutVars>
      </dgm:prSet>
      <dgm:spPr/>
    </dgm:pt>
    <dgm:pt modelId="{A3439635-00E9-42C6-8302-E467B9642FE9}" type="pres">
      <dgm:prSet presAssocID="{A34C1872-4E63-4675-9140-7BC0B4E8EDB7}" presName="rootComposite" presStyleCnt="0"/>
      <dgm:spPr/>
    </dgm:pt>
    <dgm:pt modelId="{F75C6AC0-BAB6-4F28-8EE1-FC5A8353A5F1}" type="pres">
      <dgm:prSet presAssocID="{A34C1872-4E63-4675-9140-7BC0B4E8EDB7}" presName="rootText" presStyleLbl="node3" presStyleIdx="5" presStyleCnt="11">
        <dgm:presLayoutVars>
          <dgm:chPref val="3"/>
        </dgm:presLayoutVars>
      </dgm:prSet>
      <dgm:spPr/>
    </dgm:pt>
    <dgm:pt modelId="{677744D1-E019-4A84-9EBA-12764BA7CFB9}" type="pres">
      <dgm:prSet presAssocID="{A34C1872-4E63-4675-9140-7BC0B4E8EDB7}" presName="rootConnector" presStyleLbl="node3" presStyleIdx="5" presStyleCnt="11"/>
      <dgm:spPr/>
    </dgm:pt>
    <dgm:pt modelId="{A6BC5F4A-6737-4641-A50F-E37343D326ED}" type="pres">
      <dgm:prSet presAssocID="{A34C1872-4E63-4675-9140-7BC0B4E8EDB7}" presName="hierChild4" presStyleCnt="0"/>
      <dgm:spPr/>
    </dgm:pt>
    <dgm:pt modelId="{B5503530-8E11-4641-A8A1-CADC5EBDB2D4}" type="pres">
      <dgm:prSet presAssocID="{A34C1872-4E63-4675-9140-7BC0B4E8EDB7}" presName="hierChild5" presStyleCnt="0"/>
      <dgm:spPr/>
    </dgm:pt>
    <dgm:pt modelId="{88306D25-AE93-49B1-B584-E6520F8A53A4}" type="pres">
      <dgm:prSet presAssocID="{3E6CCBB0-2BE5-4838-B793-F13831BAD0BC}" presName="hierChild5" presStyleCnt="0"/>
      <dgm:spPr/>
    </dgm:pt>
    <dgm:pt modelId="{9CAA36BD-A972-4B85-89DB-E15674F8EF2B}" type="pres">
      <dgm:prSet presAssocID="{39A25616-134D-439F-887C-FAD2F4495C82}" presName="Name37" presStyleLbl="parChTrans1D2" presStyleIdx="2" presStyleCnt="7"/>
      <dgm:spPr/>
    </dgm:pt>
    <dgm:pt modelId="{5B7B3164-440A-4D43-AB4E-8BFEB02DF1E5}" type="pres">
      <dgm:prSet presAssocID="{EB1286BB-1DA2-4219-9EF7-8C631B247F8B}" presName="hierRoot2" presStyleCnt="0">
        <dgm:presLayoutVars>
          <dgm:hierBranch val="init"/>
        </dgm:presLayoutVars>
      </dgm:prSet>
      <dgm:spPr/>
    </dgm:pt>
    <dgm:pt modelId="{A37E7620-BFD7-4047-8C79-FCFAA872EB2D}" type="pres">
      <dgm:prSet presAssocID="{EB1286BB-1DA2-4219-9EF7-8C631B247F8B}" presName="rootComposite" presStyleCnt="0"/>
      <dgm:spPr/>
    </dgm:pt>
    <dgm:pt modelId="{8D6360A2-DA50-4772-A97B-82486AA762D9}" type="pres">
      <dgm:prSet presAssocID="{EB1286BB-1DA2-4219-9EF7-8C631B247F8B}" presName="rootText" presStyleLbl="node2" presStyleIdx="2" presStyleCnt="7">
        <dgm:presLayoutVars>
          <dgm:chPref val="3"/>
        </dgm:presLayoutVars>
      </dgm:prSet>
      <dgm:spPr/>
    </dgm:pt>
    <dgm:pt modelId="{490E7A45-C952-45AD-B800-167B28B62A35}" type="pres">
      <dgm:prSet presAssocID="{EB1286BB-1DA2-4219-9EF7-8C631B247F8B}" presName="rootConnector" presStyleLbl="node2" presStyleIdx="2" presStyleCnt="7"/>
      <dgm:spPr/>
    </dgm:pt>
    <dgm:pt modelId="{223E7BC3-DB02-4D06-9845-E20ED73CF0E6}" type="pres">
      <dgm:prSet presAssocID="{EB1286BB-1DA2-4219-9EF7-8C631B247F8B}" presName="hierChild4" presStyleCnt="0"/>
      <dgm:spPr/>
    </dgm:pt>
    <dgm:pt modelId="{8D69919F-C8EB-464C-ABEE-9D747A5269BE}" type="pres">
      <dgm:prSet presAssocID="{B3064992-CE7C-4BE2-B3DB-BFDCD44D7B10}" presName="Name37" presStyleLbl="parChTrans1D3" presStyleIdx="6" presStyleCnt="11"/>
      <dgm:spPr/>
    </dgm:pt>
    <dgm:pt modelId="{D268D86D-58E1-4B0F-BB5C-02AE016471C6}" type="pres">
      <dgm:prSet presAssocID="{125703FD-852A-4954-81B0-CAE84F185D2B}" presName="hierRoot2" presStyleCnt="0">
        <dgm:presLayoutVars>
          <dgm:hierBranch val="init"/>
        </dgm:presLayoutVars>
      </dgm:prSet>
      <dgm:spPr/>
    </dgm:pt>
    <dgm:pt modelId="{345B9FCC-F90A-403C-8563-AB21C4081E40}" type="pres">
      <dgm:prSet presAssocID="{125703FD-852A-4954-81B0-CAE84F185D2B}" presName="rootComposite" presStyleCnt="0"/>
      <dgm:spPr/>
    </dgm:pt>
    <dgm:pt modelId="{517CC827-ACBE-46AD-AB11-17F8EA1B8932}" type="pres">
      <dgm:prSet presAssocID="{125703FD-852A-4954-81B0-CAE84F185D2B}" presName="rootText" presStyleLbl="node3" presStyleIdx="6" presStyleCnt="11">
        <dgm:presLayoutVars>
          <dgm:chPref val="3"/>
        </dgm:presLayoutVars>
      </dgm:prSet>
      <dgm:spPr/>
    </dgm:pt>
    <dgm:pt modelId="{EA9D48DA-C389-49C1-8A70-47AA2FDA41F7}" type="pres">
      <dgm:prSet presAssocID="{125703FD-852A-4954-81B0-CAE84F185D2B}" presName="rootConnector" presStyleLbl="node3" presStyleIdx="6" presStyleCnt="11"/>
      <dgm:spPr/>
    </dgm:pt>
    <dgm:pt modelId="{CBFA8ABA-2732-43D7-8359-263007AFB7EB}" type="pres">
      <dgm:prSet presAssocID="{125703FD-852A-4954-81B0-CAE84F185D2B}" presName="hierChild4" presStyleCnt="0"/>
      <dgm:spPr/>
    </dgm:pt>
    <dgm:pt modelId="{B218C924-D64F-4A3B-8D0E-5BC83299921B}" type="pres">
      <dgm:prSet presAssocID="{125703FD-852A-4954-81B0-CAE84F185D2B}" presName="hierChild5" presStyleCnt="0"/>
      <dgm:spPr/>
    </dgm:pt>
    <dgm:pt modelId="{8B6074B7-E07E-400A-B6EC-02D1F7103FB0}" type="pres">
      <dgm:prSet presAssocID="{48883D35-8CF1-4C5D-8C81-EA7F789D8384}" presName="Name37" presStyleLbl="parChTrans1D3" presStyleIdx="7" presStyleCnt="11"/>
      <dgm:spPr/>
    </dgm:pt>
    <dgm:pt modelId="{E1CDE5C2-B975-41FF-A213-164651942F9F}" type="pres">
      <dgm:prSet presAssocID="{EC36CD26-F059-4418-A99D-3F1DDFE8996B}" presName="hierRoot2" presStyleCnt="0">
        <dgm:presLayoutVars>
          <dgm:hierBranch val="init"/>
        </dgm:presLayoutVars>
      </dgm:prSet>
      <dgm:spPr/>
    </dgm:pt>
    <dgm:pt modelId="{46C9251F-BD66-4803-B4B1-2AA729196269}" type="pres">
      <dgm:prSet presAssocID="{EC36CD26-F059-4418-A99D-3F1DDFE8996B}" presName="rootComposite" presStyleCnt="0"/>
      <dgm:spPr/>
    </dgm:pt>
    <dgm:pt modelId="{2C380163-888B-462B-AE0F-BF3BA0EC92D9}" type="pres">
      <dgm:prSet presAssocID="{EC36CD26-F059-4418-A99D-3F1DDFE8996B}" presName="rootText" presStyleLbl="node3" presStyleIdx="7" presStyleCnt="11">
        <dgm:presLayoutVars>
          <dgm:chPref val="3"/>
        </dgm:presLayoutVars>
      </dgm:prSet>
      <dgm:spPr/>
    </dgm:pt>
    <dgm:pt modelId="{DBBD99FE-DA10-42BA-BA73-EE25E8ADCCCC}" type="pres">
      <dgm:prSet presAssocID="{EC36CD26-F059-4418-A99D-3F1DDFE8996B}" presName="rootConnector" presStyleLbl="node3" presStyleIdx="7" presStyleCnt="11"/>
      <dgm:spPr/>
    </dgm:pt>
    <dgm:pt modelId="{8A1BEC6F-5D00-47A7-BFED-DFB0DC71047B}" type="pres">
      <dgm:prSet presAssocID="{EC36CD26-F059-4418-A99D-3F1DDFE8996B}" presName="hierChild4" presStyleCnt="0"/>
      <dgm:spPr/>
    </dgm:pt>
    <dgm:pt modelId="{78F2E661-43B4-49D4-9A9A-0AFF188CB592}" type="pres">
      <dgm:prSet presAssocID="{EC36CD26-F059-4418-A99D-3F1DDFE8996B}" presName="hierChild5" presStyleCnt="0"/>
      <dgm:spPr/>
    </dgm:pt>
    <dgm:pt modelId="{43CEA703-8CBA-43BC-BB30-FF62A1A2B8B0}" type="pres">
      <dgm:prSet presAssocID="{EB1286BB-1DA2-4219-9EF7-8C631B247F8B}" presName="hierChild5" presStyleCnt="0"/>
      <dgm:spPr/>
    </dgm:pt>
    <dgm:pt modelId="{A823362F-F9CA-4574-ABAE-D8103677C65F}" type="pres">
      <dgm:prSet presAssocID="{1DC9F266-0209-42D5-80EB-0E387A2F4F58}" presName="Name37" presStyleLbl="parChTrans1D2" presStyleIdx="3" presStyleCnt="7"/>
      <dgm:spPr/>
    </dgm:pt>
    <dgm:pt modelId="{7840428C-7729-45BB-9B7B-4EB175111789}" type="pres">
      <dgm:prSet presAssocID="{8B308924-FBE6-4F7E-A59C-B056826A0067}" presName="hierRoot2" presStyleCnt="0">
        <dgm:presLayoutVars>
          <dgm:hierBranch val="init"/>
        </dgm:presLayoutVars>
      </dgm:prSet>
      <dgm:spPr/>
    </dgm:pt>
    <dgm:pt modelId="{E0DFD5B8-F3AF-459C-846D-602145C4B7E9}" type="pres">
      <dgm:prSet presAssocID="{8B308924-FBE6-4F7E-A59C-B056826A0067}" presName="rootComposite" presStyleCnt="0"/>
      <dgm:spPr/>
    </dgm:pt>
    <dgm:pt modelId="{46D18DE4-F98A-4BF8-B162-6FAC3EA0F976}" type="pres">
      <dgm:prSet presAssocID="{8B308924-FBE6-4F7E-A59C-B056826A0067}" presName="rootText" presStyleLbl="node2" presStyleIdx="3" presStyleCnt="7">
        <dgm:presLayoutVars>
          <dgm:chPref val="3"/>
        </dgm:presLayoutVars>
      </dgm:prSet>
      <dgm:spPr/>
    </dgm:pt>
    <dgm:pt modelId="{2F147EA8-F4F9-47F2-BDDF-1288F997FDD1}" type="pres">
      <dgm:prSet presAssocID="{8B308924-FBE6-4F7E-A59C-B056826A0067}" presName="rootConnector" presStyleLbl="node2" presStyleIdx="3" presStyleCnt="7"/>
      <dgm:spPr/>
    </dgm:pt>
    <dgm:pt modelId="{A7868D93-00D1-431A-9553-E4A11F9C0705}" type="pres">
      <dgm:prSet presAssocID="{8B308924-FBE6-4F7E-A59C-B056826A0067}" presName="hierChild4" presStyleCnt="0"/>
      <dgm:spPr/>
    </dgm:pt>
    <dgm:pt modelId="{9975C733-732D-4175-BEFC-334993DC8009}" type="pres">
      <dgm:prSet presAssocID="{8B308924-FBE6-4F7E-A59C-B056826A0067}" presName="hierChild5" presStyleCnt="0"/>
      <dgm:spPr/>
    </dgm:pt>
    <dgm:pt modelId="{D0DA3940-10B1-4A63-80F6-4495CE786BEA}" type="pres">
      <dgm:prSet presAssocID="{8281025C-0E93-493E-B8BA-035E65DAEF4C}" presName="Name37" presStyleLbl="parChTrans1D2" presStyleIdx="4" presStyleCnt="7"/>
      <dgm:spPr/>
    </dgm:pt>
    <dgm:pt modelId="{8845A74B-B447-4B56-A965-DF52FB5DB0DC}" type="pres">
      <dgm:prSet presAssocID="{66796440-864D-4F25-A413-6CDE8E5471BB}" presName="hierRoot2" presStyleCnt="0">
        <dgm:presLayoutVars>
          <dgm:hierBranch val="init"/>
        </dgm:presLayoutVars>
      </dgm:prSet>
      <dgm:spPr/>
    </dgm:pt>
    <dgm:pt modelId="{F2670278-AD3A-4130-97B2-CE904BDD9E57}" type="pres">
      <dgm:prSet presAssocID="{66796440-864D-4F25-A413-6CDE8E5471BB}" presName="rootComposite" presStyleCnt="0"/>
      <dgm:spPr/>
    </dgm:pt>
    <dgm:pt modelId="{7898164B-3070-4160-9745-A403FF5F47BE}" type="pres">
      <dgm:prSet presAssocID="{66796440-864D-4F25-A413-6CDE8E5471BB}" presName="rootText" presStyleLbl="node2" presStyleIdx="4" presStyleCnt="7">
        <dgm:presLayoutVars>
          <dgm:chPref val="3"/>
        </dgm:presLayoutVars>
      </dgm:prSet>
      <dgm:spPr/>
    </dgm:pt>
    <dgm:pt modelId="{928E0193-88EB-43AB-8052-C4BC7511995A}" type="pres">
      <dgm:prSet presAssocID="{66796440-864D-4F25-A413-6CDE8E5471BB}" presName="rootConnector" presStyleLbl="node2" presStyleIdx="4" presStyleCnt="7"/>
      <dgm:spPr/>
    </dgm:pt>
    <dgm:pt modelId="{FDC2A1A2-114C-485B-9514-7160CD7133DE}" type="pres">
      <dgm:prSet presAssocID="{66796440-864D-4F25-A413-6CDE8E5471BB}" presName="hierChild4" presStyleCnt="0"/>
      <dgm:spPr/>
    </dgm:pt>
    <dgm:pt modelId="{CFDE0C8F-433C-45A2-BBDF-4421213D0C88}" type="pres">
      <dgm:prSet presAssocID="{66796440-864D-4F25-A413-6CDE8E5471BB}" presName="hierChild5" presStyleCnt="0"/>
      <dgm:spPr/>
    </dgm:pt>
    <dgm:pt modelId="{1B465FE1-B6C7-4503-BEB4-834851720749}" type="pres">
      <dgm:prSet presAssocID="{51DBE141-DE8B-41FC-9359-7B21A8651FC5}" presName="Name37" presStyleLbl="parChTrans1D2" presStyleIdx="5" presStyleCnt="7"/>
      <dgm:spPr/>
    </dgm:pt>
    <dgm:pt modelId="{8918C643-5557-4BAB-B8C6-6FC7CDA79D06}" type="pres">
      <dgm:prSet presAssocID="{AFCDAD7A-009A-4A7B-BF87-5C4F67A17DDD}" presName="hierRoot2" presStyleCnt="0">
        <dgm:presLayoutVars>
          <dgm:hierBranch val="init"/>
        </dgm:presLayoutVars>
      </dgm:prSet>
      <dgm:spPr/>
    </dgm:pt>
    <dgm:pt modelId="{9E0ED21B-6719-438F-B874-423521BD9216}" type="pres">
      <dgm:prSet presAssocID="{AFCDAD7A-009A-4A7B-BF87-5C4F67A17DDD}" presName="rootComposite" presStyleCnt="0"/>
      <dgm:spPr/>
    </dgm:pt>
    <dgm:pt modelId="{9FAA339A-F4EB-4C70-9AC0-7729896DF595}" type="pres">
      <dgm:prSet presAssocID="{AFCDAD7A-009A-4A7B-BF87-5C4F67A17DDD}" presName="rootText" presStyleLbl="node2" presStyleIdx="5" presStyleCnt="7">
        <dgm:presLayoutVars>
          <dgm:chPref val="3"/>
        </dgm:presLayoutVars>
      </dgm:prSet>
      <dgm:spPr/>
    </dgm:pt>
    <dgm:pt modelId="{FB515F2B-E96C-4142-89F8-DF9394055120}" type="pres">
      <dgm:prSet presAssocID="{AFCDAD7A-009A-4A7B-BF87-5C4F67A17DDD}" presName="rootConnector" presStyleLbl="node2" presStyleIdx="5" presStyleCnt="7"/>
      <dgm:spPr/>
    </dgm:pt>
    <dgm:pt modelId="{B24BB942-CC74-4D65-8149-9EE6816258F2}" type="pres">
      <dgm:prSet presAssocID="{AFCDAD7A-009A-4A7B-BF87-5C4F67A17DDD}" presName="hierChild4" presStyleCnt="0"/>
      <dgm:spPr/>
    </dgm:pt>
    <dgm:pt modelId="{549FD68F-81B6-47FC-98A6-8BB421DF423F}" type="pres">
      <dgm:prSet presAssocID="{AFCDAD7A-009A-4A7B-BF87-5C4F67A17DDD}" presName="hierChild5" presStyleCnt="0"/>
      <dgm:spPr/>
    </dgm:pt>
    <dgm:pt modelId="{3B43736D-28CC-4B8F-B55D-54A2EE3E5C19}" type="pres">
      <dgm:prSet presAssocID="{447C7748-F74E-4D66-9CD6-0395E3AD37A5}" presName="Name37" presStyleLbl="parChTrans1D2" presStyleIdx="6" presStyleCnt="7"/>
      <dgm:spPr/>
    </dgm:pt>
    <dgm:pt modelId="{008AFE98-364F-496A-9916-A60019E1EAD9}" type="pres">
      <dgm:prSet presAssocID="{0FB8FC14-3E9C-4DB9-92C5-F156BB03C7CF}" presName="hierRoot2" presStyleCnt="0">
        <dgm:presLayoutVars>
          <dgm:hierBranch val="init"/>
        </dgm:presLayoutVars>
      </dgm:prSet>
      <dgm:spPr/>
    </dgm:pt>
    <dgm:pt modelId="{8800158E-FCEB-4AC1-B261-611D8A17C8E1}" type="pres">
      <dgm:prSet presAssocID="{0FB8FC14-3E9C-4DB9-92C5-F156BB03C7CF}" presName="rootComposite" presStyleCnt="0"/>
      <dgm:spPr/>
    </dgm:pt>
    <dgm:pt modelId="{0F854E56-2F68-4DEF-B974-5134793DD663}" type="pres">
      <dgm:prSet presAssocID="{0FB8FC14-3E9C-4DB9-92C5-F156BB03C7CF}" presName="rootText" presStyleLbl="node2" presStyleIdx="6" presStyleCnt="7">
        <dgm:presLayoutVars>
          <dgm:chPref val="3"/>
        </dgm:presLayoutVars>
      </dgm:prSet>
      <dgm:spPr/>
    </dgm:pt>
    <dgm:pt modelId="{5DB79F48-A4B8-41F6-9D24-02E3C800A2F6}" type="pres">
      <dgm:prSet presAssocID="{0FB8FC14-3E9C-4DB9-92C5-F156BB03C7CF}" presName="rootConnector" presStyleLbl="node2" presStyleIdx="6" presStyleCnt="7"/>
      <dgm:spPr/>
    </dgm:pt>
    <dgm:pt modelId="{6D6D5B70-F695-44AF-B794-A60798EB92B8}" type="pres">
      <dgm:prSet presAssocID="{0FB8FC14-3E9C-4DB9-92C5-F156BB03C7CF}" presName="hierChild4" presStyleCnt="0"/>
      <dgm:spPr/>
    </dgm:pt>
    <dgm:pt modelId="{61A97CDC-A31F-4072-9608-168E712C2C20}" type="pres">
      <dgm:prSet presAssocID="{8A39059D-DE25-4579-8EAE-66A2D9CEE6E0}" presName="Name37" presStyleLbl="parChTrans1D3" presStyleIdx="8" presStyleCnt="11"/>
      <dgm:spPr/>
    </dgm:pt>
    <dgm:pt modelId="{724B47FA-467F-4409-B512-3ABE313455F2}" type="pres">
      <dgm:prSet presAssocID="{A7F71545-E1A9-46FE-84B9-DE2A2E42EE8C}" presName="hierRoot2" presStyleCnt="0">
        <dgm:presLayoutVars>
          <dgm:hierBranch val="init"/>
        </dgm:presLayoutVars>
      </dgm:prSet>
      <dgm:spPr/>
    </dgm:pt>
    <dgm:pt modelId="{7108652D-48E0-4FAC-A5C2-592925702C49}" type="pres">
      <dgm:prSet presAssocID="{A7F71545-E1A9-46FE-84B9-DE2A2E42EE8C}" presName="rootComposite" presStyleCnt="0"/>
      <dgm:spPr/>
    </dgm:pt>
    <dgm:pt modelId="{E43D0595-41B2-491D-B536-2515606E93B1}" type="pres">
      <dgm:prSet presAssocID="{A7F71545-E1A9-46FE-84B9-DE2A2E42EE8C}" presName="rootText" presStyleLbl="node3" presStyleIdx="8" presStyleCnt="11">
        <dgm:presLayoutVars>
          <dgm:chPref val="3"/>
        </dgm:presLayoutVars>
      </dgm:prSet>
      <dgm:spPr/>
    </dgm:pt>
    <dgm:pt modelId="{C1654A70-DC6D-49ED-8246-E81C2A2F225A}" type="pres">
      <dgm:prSet presAssocID="{A7F71545-E1A9-46FE-84B9-DE2A2E42EE8C}" presName="rootConnector" presStyleLbl="node3" presStyleIdx="8" presStyleCnt="11"/>
      <dgm:spPr/>
    </dgm:pt>
    <dgm:pt modelId="{9A8202AB-3269-4673-80B5-9AF211D60FBF}" type="pres">
      <dgm:prSet presAssocID="{A7F71545-E1A9-46FE-84B9-DE2A2E42EE8C}" presName="hierChild4" presStyleCnt="0"/>
      <dgm:spPr/>
    </dgm:pt>
    <dgm:pt modelId="{E5301883-3CFB-4742-B910-9A98B9FECF38}" type="pres">
      <dgm:prSet presAssocID="{A7F71545-E1A9-46FE-84B9-DE2A2E42EE8C}" presName="hierChild5" presStyleCnt="0"/>
      <dgm:spPr/>
    </dgm:pt>
    <dgm:pt modelId="{D41584C3-40A5-401C-8A1D-9C1E03DC9760}" type="pres">
      <dgm:prSet presAssocID="{1DE19F38-9FB6-4911-8E8E-3E396FE50D01}" presName="Name37" presStyleLbl="parChTrans1D3" presStyleIdx="9" presStyleCnt="11"/>
      <dgm:spPr/>
    </dgm:pt>
    <dgm:pt modelId="{21DAFE47-DD9C-45F9-BB3B-C5419C6D3563}" type="pres">
      <dgm:prSet presAssocID="{05189D49-C862-4C38-94E2-564A9DF2CE64}" presName="hierRoot2" presStyleCnt="0">
        <dgm:presLayoutVars>
          <dgm:hierBranch val="init"/>
        </dgm:presLayoutVars>
      </dgm:prSet>
      <dgm:spPr/>
    </dgm:pt>
    <dgm:pt modelId="{4730FEB5-4C7F-452C-9E6F-78FA139CA0E2}" type="pres">
      <dgm:prSet presAssocID="{05189D49-C862-4C38-94E2-564A9DF2CE64}" presName="rootComposite" presStyleCnt="0"/>
      <dgm:spPr/>
    </dgm:pt>
    <dgm:pt modelId="{466D6178-926B-4DAA-9297-72C58BD4A204}" type="pres">
      <dgm:prSet presAssocID="{05189D49-C862-4C38-94E2-564A9DF2CE64}" presName="rootText" presStyleLbl="node3" presStyleIdx="9" presStyleCnt="11">
        <dgm:presLayoutVars>
          <dgm:chPref val="3"/>
        </dgm:presLayoutVars>
      </dgm:prSet>
      <dgm:spPr/>
    </dgm:pt>
    <dgm:pt modelId="{D74555FD-878D-4621-9394-1E73EAFF5C37}" type="pres">
      <dgm:prSet presAssocID="{05189D49-C862-4C38-94E2-564A9DF2CE64}" presName="rootConnector" presStyleLbl="node3" presStyleIdx="9" presStyleCnt="11"/>
      <dgm:spPr/>
    </dgm:pt>
    <dgm:pt modelId="{46DC606A-76BB-4E75-BC8A-FE593D851FE3}" type="pres">
      <dgm:prSet presAssocID="{05189D49-C862-4C38-94E2-564A9DF2CE64}" presName="hierChild4" presStyleCnt="0"/>
      <dgm:spPr/>
    </dgm:pt>
    <dgm:pt modelId="{A3614CAC-116B-47F4-A844-123E4CF88968}" type="pres">
      <dgm:prSet presAssocID="{05189D49-C862-4C38-94E2-564A9DF2CE64}" presName="hierChild5" presStyleCnt="0"/>
      <dgm:spPr/>
    </dgm:pt>
    <dgm:pt modelId="{44572859-A7F0-492D-BFF3-2FC9B8C3EB60}" type="pres">
      <dgm:prSet presAssocID="{BED80FD8-39C8-4740-98A9-EF078598CBFC}" presName="Name37" presStyleLbl="parChTrans1D3" presStyleIdx="10" presStyleCnt="11"/>
      <dgm:spPr/>
    </dgm:pt>
    <dgm:pt modelId="{00C15D45-A2FF-441E-82DC-AA041D93E916}" type="pres">
      <dgm:prSet presAssocID="{F8D0B4A1-75C9-4C5D-ABFF-7FB22E79090B}" presName="hierRoot2" presStyleCnt="0">
        <dgm:presLayoutVars>
          <dgm:hierBranch val="init"/>
        </dgm:presLayoutVars>
      </dgm:prSet>
      <dgm:spPr/>
    </dgm:pt>
    <dgm:pt modelId="{4A9415E3-FD8B-409D-9E5B-FC8948A5CF0A}" type="pres">
      <dgm:prSet presAssocID="{F8D0B4A1-75C9-4C5D-ABFF-7FB22E79090B}" presName="rootComposite" presStyleCnt="0"/>
      <dgm:spPr/>
    </dgm:pt>
    <dgm:pt modelId="{295F033C-0E22-4671-89CE-5174EDF7AA52}" type="pres">
      <dgm:prSet presAssocID="{F8D0B4A1-75C9-4C5D-ABFF-7FB22E79090B}" presName="rootText" presStyleLbl="node3" presStyleIdx="10" presStyleCnt="11">
        <dgm:presLayoutVars>
          <dgm:chPref val="3"/>
        </dgm:presLayoutVars>
      </dgm:prSet>
      <dgm:spPr/>
    </dgm:pt>
    <dgm:pt modelId="{6F36B798-9A41-467E-8427-7FC5EEB9EADD}" type="pres">
      <dgm:prSet presAssocID="{F8D0B4A1-75C9-4C5D-ABFF-7FB22E79090B}" presName="rootConnector" presStyleLbl="node3" presStyleIdx="10" presStyleCnt="11"/>
      <dgm:spPr/>
    </dgm:pt>
    <dgm:pt modelId="{1ED515B6-6A31-4BB2-B526-CB8BF9ABA257}" type="pres">
      <dgm:prSet presAssocID="{F8D0B4A1-75C9-4C5D-ABFF-7FB22E79090B}" presName="hierChild4" presStyleCnt="0"/>
      <dgm:spPr/>
    </dgm:pt>
    <dgm:pt modelId="{82F5D185-A250-4437-8224-0460532FEBB4}" type="pres">
      <dgm:prSet presAssocID="{F8D0B4A1-75C9-4C5D-ABFF-7FB22E79090B}" presName="hierChild5" presStyleCnt="0"/>
      <dgm:spPr/>
    </dgm:pt>
    <dgm:pt modelId="{D268F744-89BD-46AD-BA0E-BBD9CE562985}" type="pres">
      <dgm:prSet presAssocID="{0FB8FC14-3E9C-4DB9-92C5-F156BB03C7CF}" presName="hierChild5" presStyleCnt="0"/>
      <dgm:spPr/>
    </dgm:pt>
    <dgm:pt modelId="{24BBAF03-0B2D-4B64-B3D8-8C782D601420}" type="pres">
      <dgm:prSet presAssocID="{31083B72-6DAD-4A64-85FF-610E97B8DA9D}" presName="hierChild3" presStyleCnt="0"/>
      <dgm:spPr/>
    </dgm:pt>
  </dgm:ptLst>
  <dgm:cxnLst>
    <dgm:cxn modelId="{BB69950D-E190-45B3-8801-C257C0E00C1B}" srcId="{31083B72-6DAD-4A64-85FF-610E97B8DA9D}" destId="{8B308924-FBE6-4F7E-A59C-B056826A0067}" srcOrd="3" destOrd="0" parTransId="{1DC9F266-0209-42D5-80EB-0E387A2F4F58}" sibTransId="{60FBA962-792F-4662-A2BF-E0B55F0491E1}"/>
    <dgm:cxn modelId="{3D47C10F-1D4E-4241-A72E-1E46AAB17CDF}" type="presOf" srcId="{9E7D4417-442B-473A-BF99-C0A6D2A19C08}" destId="{DFB27C3C-AD65-429D-B42A-EB62A308EA9D}" srcOrd="1" destOrd="0" presId="urn:microsoft.com/office/officeart/2005/8/layout/orgChart1"/>
    <dgm:cxn modelId="{13D01D16-7B7A-43C0-8958-C0EEBD45FC6A}" srcId="{31083B72-6DAD-4A64-85FF-610E97B8DA9D}" destId="{66796440-864D-4F25-A413-6CDE8E5471BB}" srcOrd="4" destOrd="0" parTransId="{8281025C-0E93-493E-B8BA-035E65DAEF4C}" sibTransId="{278CB374-2EE0-4B65-AE05-6C4CAEA78DCE}"/>
    <dgm:cxn modelId="{0376A31A-71FC-41E1-B0D1-EDC8F0A7BE9C}" type="presOf" srcId="{08317823-052A-490D-BFA9-318FD43A128A}" destId="{ED7F85B8-71BD-4BBB-A127-EBCA5AD7D31B}" srcOrd="0" destOrd="0" presId="urn:microsoft.com/office/officeart/2005/8/layout/orgChart1"/>
    <dgm:cxn modelId="{4491041C-FC3F-43C8-A659-65A1A934DA38}" type="presOf" srcId="{125703FD-852A-4954-81B0-CAE84F185D2B}" destId="{EA9D48DA-C389-49C1-8A70-47AA2FDA41F7}" srcOrd="1" destOrd="0" presId="urn:microsoft.com/office/officeart/2005/8/layout/orgChart1"/>
    <dgm:cxn modelId="{0293641C-6C70-4C2F-BC7C-4236698C67A4}" type="presOf" srcId="{3E6CCBB0-2BE5-4838-B793-F13831BAD0BC}" destId="{BA39AA3F-2A0E-4E37-8AB4-5D7AF17A4732}" srcOrd="1" destOrd="0" presId="urn:microsoft.com/office/officeart/2005/8/layout/orgChart1"/>
    <dgm:cxn modelId="{33E65124-F835-4C58-AFF3-048BF6D20007}" srcId="{5CCD5146-54BC-4BB9-B098-64412D4BDE0C}" destId="{9E7D4417-442B-473A-BF99-C0A6D2A19C08}" srcOrd="0" destOrd="0" parTransId="{08317823-052A-490D-BFA9-318FD43A128A}" sibTransId="{BC036D54-4559-46B3-9C03-4B2A1BEFACC6}"/>
    <dgm:cxn modelId="{4D598330-5D6E-4105-BC8E-18ECFE8909CA}" type="presOf" srcId="{D1FD78E0-DC55-4EE9-8CD3-6DACAF208A9B}" destId="{7007063F-EF62-4176-8992-B233B4456112}" srcOrd="1" destOrd="0" presId="urn:microsoft.com/office/officeart/2005/8/layout/orgChart1"/>
    <dgm:cxn modelId="{AD833E39-F4CC-4CD5-9CBB-0292927A7034}" type="presOf" srcId="{D1FD78E0-DC55-4EE9-8CD3-6DACAF208A9B}" destId="{4FBE374B-8204-4E3C-9037-BE2550F8A87E}" srcOrd="0" destOrd="0" presId="urn:microsoft.com/office/officeart/2005/8/layout/orgChart1"/>
    <dgm:cxn modelId="{87B4AD39-49AD-4969-BCB7-5914C6778CE3}" srcId="{31083B72-6DAD-4A64-85FF-610E97B8DA9D}" destId="{0FB8FC14-3E9C-4DB9-92C5-F156BB03C7CF}" srcOrd="6" destOrd="0" parTransId="{447C7748-F74E-4D66-9CD6-0395E3AD37A5}" sibTransId="{43FD668C-82F6-468F-8060-F063AB6D0C5D}"/>
    <dgm:cxn modelId="{6E6B933C-4656-490C-9058-4CE158AE44B6}" type="presOf" srcId="{51DBE141-DE8B-41FC-9359-7B21A8651FC5}" destId="{1B465FE1-B6C7-4503-BEB4-834851720749}" srcOrd="0" destOrd="0" presId="urn:microsoft.com/office/officeart/2005/8/layout/orgChart1"/>
    <dgm:cxn modelId="{A732243F-3553-4106-B062-C13350B29B29}" srcId="{3E6CCBB0-2BE5-4838-B793-F13831BAD0BC}" destId="{FBD02286-28DD-43C0-BC6D-D931036B60BF}" srcOrd="1" destOrd="0" parTransId="{059CF7BF-E576-4129-8CE3-B0AD74828E28}" sibTransId="{9E2B6402-178F-4B88-9C4F-C1800F8F6E57}"/>
    <dgm:cxn modelId="{4AEBF05B-17B6-4CFB-8B39-AD384FF32E46}" type="presOf" srcId="{19D923AA-CA68-44B4-BB5B-B44E917C78B3}" destId="{8D6DE3C8-C0E8-4BEF-BEE4-05E165427CF5}" srcOrd="0" destOrd="0" presId="urn:microsoft.com/office/officeart/2005/8/layout/orgChart1"/>
    <dgm:cxn modelId="{91BEC543-9590-49D4-B01E-834FE52E501A}" type="presOf" srcId="{A34C1872-4E63-4675-9140-7BC0B4E8EDB7}" destId="{F75C6AC0-BAB6-4F28-8EE1-FC5A8353A5F1}" srcOrd="0" destOrd="0" presId="urn:microsoft.com/office/officeart/2005/8/layout/orgChart1"/>
    <dgm:cxn modelId="{E992A544-AEC1-4DC5-8D9B-8ECF7D1DAC46}" type="presOf" srcId="{5026A1FD-2C34-4091-858A-D7AF41538564}" destId="{5C535A92-5C54-43EA-BEA2-CE530D96C0A7}" srcOrd="0" destOrd="0" presId="urn:microsoft.com/office/officeart/2005/8/layout/orgChart1"/>
    <dgm:cxn modelId="{365E9A45-F1C5-49EF-A002-F21B12EEE755}" srcId="{3E6CCBB0-2BE5-4838-B793-F13831BAD0BC}" destId="{A34C1872-4E63-4675-9140-7BC0B4E8EDB7}" srcOrd="2" destOrd="0" parTransId="{5026A1FD-2C34-4091-858A-D7AF41538564}" sibTransId="{FB0E530F-789C-49BF-A2EC-92AAA3E95D43}"/>
    <dgm:cxn modelId="{287AE765-1B7E-4F39-AFC0-BD898B24F9CE}" srcId="{0FB8FC14-3E9C-4DB9-92C5-F156BB03C7CF}" destId="{F8D0B4A1-75C9-4C5D-ABFF-7FB22E79090B}" srcOrd="2" destOrd="0" parTransId="{BED80FD8-39C8-4740-98A9-EF078598CBFC}" sibTransId="{B11D0F90-7379-4833-960C-145FEDFA5E6D}"/>
    <dgm:cxn modelId="{F583C848-6DE5-4529-9346-2C9C812A5B3E}" type="presOf" srcId="{0FB8FC14-3E9C-4DB9-92C5-F156BB03C7CF}" destId="{0F854E56-2F68-4DEF-B974-5134793DD663}" srcOrd="0" destOrd="0" presId="urn:microsoft.com/office/officeart/2005/8/layout/orgChart1"/>
    <dgm:cxn modelId="{74ED8349-2960-477F-A2B5-317802BC2BE7}" type="presOf" srcId="{A7F71545-E1A9-46FE-84B9-DE2A2E42EE8C}" destId="{E43D0595-41B2-491D-B536-2515606E93B1}" srcOrd="0" destOrd="0" presId="urn:microsoft.com/office/officeart/2005/8/layout/orgChart1"/>
    <dgm:cxn modelId="{1640AD49-27E7-4D0C-A200-B15489A58091}" type="presOf" srcId="{1DC9F266-0209-42D5-80EB-0E387A2F4F58}" destId="{A823362F-F9CA-4574-ABAE-D8103677C65F}" srcOrd="0" destOrd="0" presId="urn:microsoft.com/office/officeart/2005/8/layout/orgChart1"/>
    <dgm:cxn modelId="{1E942A4A-A42F-4583-9BD6-FE5380ED764B}" type="presOf" srcId="{AFCDAD7A-009A-4A7B-BF87-5C4F67A17DDD}" destId="{FB515F2B-E96C-4142-89F8-DF9394055120}" srcOrd="1" destOrd="0" presId="urn:microsoft.com/office/officeart/2005/8/layout/orgChart1"/>
    <dgm:cxn modelId="{D1DF594B-ABBE-4A22-BCCB-C93B0E760AD2}" srcId="{31083B72-6DAD-4A64-85FF-610E97B8DA9D}" destId="{3E6CCBB0-2BE5-4838-B793-F13831BAD0BC}" srcOrd="1" destOrd="0" parTransId="{A5E9DB3D-A834-4036-AAA1-61B564EE5CD1}" sibTransId="{71C6682B-2BE2-4A9A-AD9A-EF5B3793CF0E}"/>
    <dgm:cxn modelId="{415CBB6B-53E9-4FF4-8D8A-271DC11FC470}" type="presOf" srcId="{661D5FB6-F6E1-4510-B234-C52C12FDE9B2}" destId="{B58086F4-64C8-4813-B6EE-4078E705A74B}" srcOrd="0" destOrd="0" presId="urn:microsoft.com/office/officeart/2005/8/layout/orgChart1"/>
    <dgm:cxn modelId="{F290B24E-77D6-454D-AB55-8621230184B0}" type="presOf" srcId="{B3064992-CE7C-4BE2-B3DB-BFDCD44D7B10}" destId="{8D69919F-C8EB-464C-ABEE-9D747A5269BE}" srcOrd="0" destOrd="0" presId="urn:microsoft.com/office/officeart/2005/8/layout/orgChart1"/>
    <dgm:cxn modelId="{64CE3471-0DEB-4197-A240-2B2BC34C9F16}" type="presOf" srcId="{8B308924-FBE6-4F7E-A59C-B056826A0067}" destId="{2F147EA8-F4F9-47F2-BDDF-1288F997FDD1}" srcOrd="1" destOrd="0" presId="urn:microsoft.com/office/officeart/2005/8/layout/orgChart1"/>
    <dgm:cxn modelId="{F90CA751-CFFF-4341-B779-36BCEE86ADEF}" type="presOf" srcId="{F8D0B4A1-75C9-4C5D-ABFF-7FB22E79090B}" destId="{6F36B798-9A41-467E-8427-7FC5EEB9EADD}" srcOrd="1" destOrd="0" presId="urn:microsoft.com/office/officeart/2005/8/layout/orgChart1"/>
    <dgm:cxn modelId="{1C9A2352-12A3-475E-930F-5DD0025F9ADA}" type="presOf" srcId="{EB1286BB-1DA2-4219-9EF7-8C631B247F8B}" destId="{490E7A45-C952-45AD-B800-167B28B62A35}" srcOrd="1" destOrd="0" presId="urn:microsoft.com/office/officeart/2005/8/layout/orgChart1"/>
    <dgm:cxn modelId="{F9E76472-26BC-45D4-A5C7-B6221DBFC189}" srcId="{9540A806-4A15-49F5-A0BE-A43F921D898A}" destId="{31083B72-6DAD-4A64-85FF-610E97B8DA9D}" srcOrd="0" destOrd="0" parTransId="{93C90960-7BED-43FE-80DE-18194D54E0F8}" sibTransId="{57E80633-560B-41C2-8E70-17EFB2B90A42}"/>
    <dgm:cxn modelId="{FD89E552-6121-4997-8F61-02CB2D6944C8}" type="presOf" srcId="{9540A806-4A15-49F5-A0BE-A43F921D898A}" destId="{9CBA4153-DB2D-469D-8C7C-26EB041329A0}" srcOrd="0" destOrd="0" presId="urn:microsoft.com/office/officeart/2005/8/layout/orgChart1"/>
    <dgm:cxn modelId="{0AD33456-63ED-4B3A-A419-988B6D0BCC8C}" srcId="{31083B72-6DAD-4A64-85FF-610E97B8DA9D}" destId="{EB1286BB-1DA2-4219-9EF7-8C631B247F8B}" srcOrd="2" destOrd="0" parTransId="{39A25616-134D-439F-887C-FAD2F4495C82}" sibTransId="{0164BC0F-63A3-4938-8F87-29064F23FC0A}"/>
    <dgm:cxn modelId="{80D2BB57-4489-4835-9055-B69330A6CE49}" type="presOf" srcId="{A34C1872-4E63-4675-9140-7BC0B4E8EDB7}" destId="{677744D1-E019-4A84-9EBA-12764BA7CFB9}" srcOrd="1" destOrd="0" presId="urn:microsoft.com/office/officeart/2005/8/layout/orgChart1"/>
    <dgm:cxn modelId="{2C3E2458-0BC7-4BCD-9116-594C8D66CA33}" type="presOf" srcId="{EC36CD26-F059-4418-A99D-3F1DDFE8996B}" destId="{DBBD99FE-DA10-42BA-BA73-EE25E8ADCCCC}" srcOrd="1" destOrd="0" presId="urn:microsoft.com/office/officeart/2005/8/layout/orgChart1"/>
    <dgm:cxn modelId="{4FA4CA58-1A6A-4DAF-B40B-6E6AFA2877C4}" type="presOf" srcId="{FBD02286-28DD-43C0-BC6D-D931036B60BF}" destId="{D75472AA-30CE-4444-B224-1FF4833DBEE3}" srcOrd="1" destOrd="0" presId="urn:microsoft.com/office/officeart/2005/8/layout/orgChart1"/>
    <dgm:cxn modelId="{425E2279-E90D-483D-9755-45ECA761FB03}" type="presOf" srcId="{31083B72-6DAD-4A64-85FF-610E97B8DA9D}" destId="{5C0EFDCF-B5C1-48E9-8ABF-9D7B487AAE54}" srcOrd="1" destOrd="0" presId="urn:microsoft.com/office/officeart/2005/8/layout/orgChart1"/>
    <dgm:cxn modelId="{D820015A-0C73-43EB-8DC2-3ABF9C434C54}" type="presOf" srcId="{F8D0B4A1-75C9-4C5D-ABFF-7FB22E79090B}" destId="{295F033C-0E22-4671-89CE-5174EDF7AA52}" srcOrd="0" destOrd="0" presId="urn:microsoft.com/office/officeart/2005/8/layout/orgChart1"/>
    <dgm:cxn modelId="{7368F15A-754E-4A92-B39C-FC31F460645F}" type="presOf" srcId="{C693EA1B-946C-473A-B0E5-2B7B8476C70C}" destId="{20746CA3-4A8F-46C1-A718-9B37A851180C}" srcOrd="0" destOrd="0" presId="urn:microsoft.com/office/officeart/2005/8/layout/orgChart1"/>
    <dgm:cxn modelId="{FE18F27B-88DE-4CD1-A42D-9878B6DAA139}" srcId="{5CCD5146-54BC-4BB9-B098-64412D4BDE0C}" destId="{19D923AA-CA68-44B4-BB5B-B44E917C78B3}" srcOrd="1" destOrd="0" parTransId="{661D5FB6-F6E1-4510-B234-C52C12FDE9B2}" sibTransId="{116A3652-74AA-4743-BB86-D30D15915F7E}"/>
    <dgm:cxn modelId="{1027FE7E-5146-4E04-BCE8-F06315616157}" type="presOf" srcId="{BED80FD8-39C8-4740-98A9-EF078598CBFC}" destId="{44572859-A7F0-492D-BFF3-2FC9B8C3EB60}" srcOrd="0" destOrd="0" presId="urn:microsoft.com/office/officeart/2005/8/layout/orgChart1"/>
    <dgm:cxn modelId="{D9810C84-1458-438A-BD52-563EAC77E0AD}" srcId="{31083B72-6DAD-4A64-85FF-610E97B8DA9D}" destId="{5CCD5146-54BC-4BB9-B098-64412D4BDE0C}" srcOrd="0" destOrd="0" parTransId="{C693EA1B-946C-473A-B0E5-2B7B8476C70C}" sibTransId="{508DEE6C-BA88-4D9B-82C2-C8B79F0C2C2B}"/>
    <dgm:cxn modelId="{D0CE3C89-7C51-474E-A23B-11702A933757}" type="presOf" srcId="{9E7D4417-442B-473A-BF99-C0A6D2A19C08}" destId="{736175F6-D880-4EE5-8114-CD24AFB9588C}" srcOrd="0" destOrd="0" presId="urn:microsoft.com/office/officeart/2005/8/layout/orgChart1"/>
    <dgm:cxn modelId="{65EC6489-7016-410F-BBC9-1C4AD6FDDAFF}" type="presOf" srcId="{5CCD5146-54BC-4BB9-B098-64412D4BDE0C}" destId="{30ACD03D-B006-457B-8F10-6261C7D528A5}" srcOrd="0" destOrd="0" presId="urn:microsoft.com/office/officeart/2005/8/layout/orgChart1"/>
    <dgm:cxn modelId="{40FE5A8F-B253-4B8E-96E5-F83A708680C5}" type="presOf" srcId="{6E4234E4-2A75-4DFC-94EC-8802AA6B29CE}" destId="{A0239B6E-00C3-48D7-A0A7-6504B03A7631}" srcOrd="0" destOrd="0" presId="urn:microsoft.com/office/officeart/2005/8/layout/orgChart1"/>
    <dgm:cxn modelId="{6C5CAC92-7617-48A1-8AD0-EF472E7C57ED}" type="presOf" srcId="{16434077-45CE-4103-BE62-620E8C3803EA}" destId="{18FED496-F4C1-4E42-9C6F-69548C0B5139}" srcOrd="0" destOrd="0" presId="urn:microsoft.com/office/officeart/2005/8/layout/orgChart1"/>
    <dgm:cxn modelId="{9B146F93-877C-45C0-82CA-3F64361DD4F0}" type="presOf" srcId="{FBD02286-28DD-43C0-BC6D-D931036B60BF}" destId="{1402A6D7-581C-4122-A46A-AAE11E57D1B8}" srcOrd="0" destOrd="0" presId="urn:microsoft.com/office/officeart/2005/8/layout/orgChart1"/>
    <dgm:cxn modelId="{78881B95-3292-405F-A457-68B78A9EA7DC}" type="presOf" srcId="{8281025C-0E93-493E-B8BA-035E65DAEF4C}" destId="{D0DA3940-10B1-4A63-80F6-4495CE786BEA}" srcOrd="0" destOrd="0" presId="urn:microsoft.com/office/officeart/2005/8/layout/orgChart1"/>
    <dgm:cxn modelId="{F3154299-289C-4616-9652-6FBC71CA29EA}" srcId="{3E6CCBB0-2BE5-4838-B793-F13831BAD0BC}" destId="{D1FD78E0-DC55-4EE9-8CD3-6DACAF208A9B}" srcOrd="0" destOrd="0" parTransId="{16434077-45CE-4103-BE62-620E8C3803EA}" sibTransId="{F09C5B86-3420-4581-996D-D755E3FF6F7B}"/>
    <dgm:cxn modelId="{E600349B-E57D-4AA5-BD63-9CE4524BADC4}" srcId="{EB1286BB-1DA2-4219-9EF7-8C631B247F8B}" destId="{125703FD-852A-4954-81B0-CAE84F185D2B}" srcOrd="0" destOrd="0" parTransId="{B3064992-CE7C-4BE2-B3DB-BFDCD44D7B10}" sibTransId="{3B7FEC84-C2BC-433F-8955-8E791030A80C}"/>
    <dgm:cxn modelId="{188B439E-4249-4660-8454-F94B8F6E881F}" type="presOf" srcId="{EB1286BB-1DA2-4219-9EF7-8C631B247F8B}" destId="{8D6360A2-DA50-4772-A97B-82486AA762D9}" srcOrd="0" destOrd="0" presId="urn:microsoft.com/office/officeart/2005/8/layout/orgChart1"/>
    <dgm:cxn modelId="{6A41A2A3-3DA4-4DA8-A958-A51A616E2F8D}" type="presOf" srcId="{447C7748-F74E-4D66-9CD6-0395E3AD37A5}" destId="{3B43736D-28CC-4B8F-B55D-54A2EE3E5C19}" srcOrd="0" destOrd="0" presId="urn:microsoft.com/office/officeart/2005/8/layout/orgChart1"/>
    <dgm:cxn modelId="{0FDCCDA3-F945-4756-89A2-6EE0280D93F6}" type="presOf" srcId="{31083B72-6DAD-4A64-85FF-610E97B8DA9D}" destId="{052C9E41-0AEE-421B-9AD8-17C6F44CE93C}" srcOrd="0" destOrd="0" presId="urn:microsoft.com/office/officeart/2005/8/layout/orgChart1"/>
    <dgm:cxn modelId="{EBF0AAA6-DFFE-4645-9798-7977466E47F5}" srcId="{0FB8FC14-3E9C-4DB9-92C5-F156BB03C7CF}" destId="{05189D49-C862-4C38-94E2-564A9DF2CE64}" srcOrd="1" destOrd="0" parTransId="{1DE19F38-9FB6-4911-8E8E-3E396FE50D01}" sibTransId="{EE525E3B-BF70-4BBB-8BE0-9DEE6EEFF746}"/>
    <dgm:cxn modelId="{3B96DAAF-7113-4BBB-9799-B083645B199B}" srcId="{EB1286BB-1DA2-4219-9EF7-8C631B247F8B}" destId="{EC36CD26-F059-4418-A99D-3F1DDFE8996B}" srcOrd="1" destOrd="0" parTransId="{48883D35-8CF1-4C5D-8C81-EA7F789D8384}" sibTransId="{A3C79455-4E4E-41CC-A3D7-9F51E560D852}"/>
    <dgm:cxn modelId="{774EC7B1-27E6-4A65-AF5C-84417B84791E}" type="presOf" srcId="{19D923AA-CA68-44B4-BB5B-B44E917C78B3}" destId="{87570779-360B-4BEC-A0D5-6D20DA0BB778}" srcOrd="1" destOrd="0" presId="urn:microsoft.com/office/officeart/2005/8/layout/orgChart1"/>
    <dgm:cxn modelId="{728BF6B4-8F40-4467-8AD3-B5174463CD1F}" srcId="{5CCD5146-54BC-4BB9-B098-64412D4BDE0C}" destId="{6E4234E4-2A75-4DFC-94EC-8802AA6B29CE}" srcOrd="2" destOrd="0" parTransId="{8A9AE79C-DFDD-40A7-9CDF-F7C79F7531FC}" sibTransId="{BC733181-B343-4EC3-B336-ADCB7D0F092C}"/>
    <dgm:cxn modelId="{FF0378B5-7199-47AE-9B32-D331883E0BF4}" type="presOf" srcId="{0FB8FC14-3E9C-4DB9-92C5-F156BB03C7CF}" destId="{5DB79F48-A4B8-41F6-9D24-02E3C800A2F6}" srcOrd="1" destOrd="0" presId="urn:microsoft.com/office/officeart/2005/8/layout/orgChart1"/>
    <dgm:cxn modelId="{92CB19B6-0078-40D6-A114-27B8E3D565E3}" type="presOf" srcId="{8A9AE79C-DFDD-40A7-9CDF-F7C79F7531FC}" destId="{0E7BE6A0-177A-4869-B071-D1EEAA0030CF}" srcOrd="0" destOrd="0" presId="urn:microsoft.com/office/officeart/2005/8/layout/orgChart1"/>
    <dgm:cxn modelId="{052993BB-D0A6-4828-9126-EABF012975D3}" srcId="{0FB8FC14-3E9C-4DB9-92C5-F156BB03C7CF}" destId="{A7F71545-E1A9-46FE-84B9-DE2A2E42EE8C}" srcOrd="0" destOrd="0" parTransId="{8A39059D-DE25-4579-8EAE-66A2D9CEE6E0}" sibTransId="{088EA6B5-C4E4-469B-A33D-620AAFC44CB5}"/>
    <dgm:cxn modelId="{1B1573C1-8A23-497F-91D1-915B6ECCEDA7}" type="presOf" srcId="{5CCD5146-54BC-4BB9-B098-64412D4BDE0C}" destId="{C6DF66E9-1445-4F54-9120-8BD24C8BE30C}" srcOrd="1" destOrd="0" presId="urn:microsoft.com/office/officeart/2005/8/layout/orgChart1"/>
    <dgm:cxn modelId="{AEBA5AC2-3501-4377-B6B0-568F60980C7B}" type="presOf" srcId="{1DE19F38-9FB6-4911-8E8E-3E396FE50D01}" destId="{D41584C3-40A5-401C-8A1D-9C1E03DC9760}" srcOrd="0" destOrd="0" presId="urn:microsoft.com/office/officeart/2005/8/layout/orgChart1"/>
    <dgm:cxn modelId="{663E10C8-72EF-4240-812B-3E0FA949D466}" type="presOf" srcId="{66796440-864D-4F25-A413-6CDE8E5471BB}" destId="{7898164B-3070-4160-9745-A403FF5F47BE}" srcOrd="0" destOrd="0" presId="urn:microsoft.com/office/officeart/2005/8/layout/orgChart1"/>
    <dgm:cxn modelId="{B40169C9-F342-4C2A-845C-CA99059F56F4}" type="presOf" srcId="{48883D35-8CF1-4C5D-8C81-EA7F789D8384}" destId="{8B6074B7-E07E-400A-B6EC-02D1F7103FB0}" srcOrd="0" destOrd="0" presId="urn:microsoft.com/office/officeart/2005/8/layout/orgChart1"/>
    <dgm:cxn modelId="{DBE2BACA-2059-4CAD-A0F8-0DF26CC75E4B}" type="presOf" srcId="{6E4234E4-2A75-4DFC-94EC-8802AA6B29CE}" destId="{AD32218A-C08F-4281-BB0F-5EEC691C4BA0}" srcOrd="1" destOrd="0" presId="urn:microsoft.com/office/officeart/2005/8/layout/orgChart1"/>
    <dgm:cxn modelId="{7F3420CC-D6C2-4BBA-841D-5EE18A38ED70}" type="presOf" srcId="{125703FD-852A-4954-81B0-CAE84F185D2B}" destId="{517CC827-ACBE-46AD-AB11-17F8EA1B8932}" srcOrd="0" destOrd="0" presId="urn:microsoft.com/office/officeart/2005/8/layout/orgChart1"/>
    <dgm:cxn modelId="{3542ECCC-DECE-4DFC-BF72-51ABD1E5E9BA}" type="presOf" srcId="{8A39059D-DE25-4579-8EAE-66A2D9CEE6E0}" destId="{61A97CDC-A31F-4072-9608-168E712C2C20}" srcOrd="0" destOrd="0" presId="urn:microsoft.com/office/officeart/2005/8/layout/orgChart1"/>
    <dgm:cxn modelId="{7C59C4CD-87C2-48EA-B8CB-823155C32127}" type="presOf" srcId="{A7F71545-E1A9-46FE-84B9-DE2A2E42EE8C}" destId="{C1654A70-DC6D-49ED-8246-E81C2A2F225A}" srcOrd="1" destOrd="0" presId="urn:microsoft.com/office/officeart/2005/8/layout/orgChart1"/>
    <dgm:cxn modelId="{B99794CE-3F3A-4117-A592-585529A24A3C}" type="presOf" srcId="{3E6CCBB0-2BE5-4838-B793-F13831BAD0BC}" destId="{2DE43CFE-4FB5-4C99-BE89-B55C755FEFD0}" srcOrd="0" destOrd="0" presId="urn:microsoft.com/office/officeart/2005/8/layout/orgChart1"/>
    <dgm:cxn modelId="{63A4ACD0-2693-4B46-8BD5-8786BD595FE6}" type="presOf" srcId="{8B308924-FBE6-4F7E-A59C-B056826A0067}" destId="{46D18DE4-F98A-4BF8-B162-6FAC3EA0F976}" srcOrd="0" destOrd="0" presId="urn:microsoft.com/office/officeart/2005/8/layout/orgChart1"/>
    <dgm:cxn modelId="{817062D4-431B-4F9B-9853-680FF0BF393D}" type="presOf" srcId="{EC36CD26-F059-4418-A99D-3F1DDFE8996B}" destId="{2C380163-888B-462B-AE0F-BF3BA0EC92D9}" srcOrd="0" destOrd="0" presId="urn:microsoft.com/office/officeart/2005/8/layout/orgChart1"/>
    <dgm:cxn modelId="{5A63C4D7-5BE1-4D2C-BDB0-6A49359E42E9}" type="presOf" srcId="{05189D49-C862-4C38-94E2-564A9DF2CE64}" destId="{466D6178-926B-4DAA-9297-72C58BD4A204}" srcOrd="0" destOrd="0" presId="urn:microsoft.com/office/officeart/2005/8/layout/orgChart1"/>
    <dgm:cxn modelId="{5FEAA2DC-E4ED-448F-87C1-C8ED0575E973}" type="presOf" srcId="{05189D49-C862-4C38-94E2-564A9DF2CE64}" destId="{D74555FD-878D-4621-9394-1E73EAFF5C37}" srcOrd="1" destOrd="0" presId="urn:microsoft.com/office/officeart/2005/8/layout/orgChart1"/>
    <dgm:cxn modelId="{9B2882E7-5F10-4B54-96C2-B7436218FB48}" srcId="{31083B72-6DAD-4A64-85FF-610E97B8DA9D}" destId="{AFCDAD7A-009A-4A7B-BF87-5C4F67A17DDD}" srcOrd="5" destOrd="0" parTransId="{51DBE141-DE8B-41FC-9359-7B21A8651FC5}" sibTransId="{CFF3D9D7-B19C-435A-93DE-8231B01AA3DC}"/>
    <dgm:cxn modelId="{CF2D12F0-9AA4-41C6-A269-7A72B814ACC2}" type="presOf" srcId="{A5E9DB3D-A834-4036-AAA1-61B564EE5CD1}" destId="{4677770B-C589-45E2-B0E9-24F03AEE49EA}" srcOrd="0" destOrd="0" presId="urn:microsoft.com/office/officeart/2005/8/layout/orgChart1"/>
    <dgm:cxn modelId="{B395F1F1-B302-4938-953E-3DE8EEF59E45}" type="presOf" srcId="{AFCDAD7A-009A-4A7B-BF87-5C4F67A17DDD}" destId="{9FAA339A-F4EB-4C70-9AC0-7729896DF595}" srcOrd="0" destOrd="0" presId="urn:microsoft.com/office/officeart/2005/8/layout/orgChart1"/>
    <dgm:cxn modelId="{4BBEB2F3-9089-4E4E-8CF4-16AC67F1CC8B}" type="presOf" srcId="{66796440-864D-4F25-A413-6CDE8E5471BB}" destId="{928E0193-88EB-43AB-8052-C4BC7511995A}" srcOrd="1" destOrd="0" presId="urn:microsoft.com/office/officeart/2005/8/layout/orgChart1"/>
    <dgm:cxn modelId="{CEEF07F4-D383-4DE7-B7AD-DD906877C700}" type="presOf" srcId="{059CF7BF-E576-4129-8CE3-B0AD74828E28}" destId="{CAB95154-8D63-4472-A1DC-358F0E7E4B2D}" srcOrd="0" destOrd="0" presId="urn:microsoft.com/office/officeart/2005/8/layout/orgChart1"/>
    <dgm:cxn modelId="{A95F06FF-B702-4CBC-A4C7-F2261EEFA8A0}" type="presOf" srcId="{39A25616-134D-439F-887C-FAD2F4495C82}" destId="{9CAA36BD-A972-4B85-89DB-E15674F8EF2B}" srcOrd="0" destOrd="0" presId="urn:microsoft.com/office/officeart/2005/8/layout/orgChart1"/>
    <dgm:cxn modelId="{DDAA594D-E5D9-45A1-A806-2105EA0590F7}" type="presParOf" srcId="{9CBA4153-DB2D-469D-8C7C-26EB041329A0}" destId="{1D59D748-F8A6-4F3D-A1DF-8DA11564974C}" srcOrd="0" destOrd="0" presId="urn:microsoft.com/office/officeart/2005/8/layout/orgChart1"/>
    <dgm:cxn modelId="{7B7945D8-D11D-4653-85DA-E596EE47CAEB}" type="presParOf" srcId="{1D59D748-F8A6-4F3D-A1DF-8DA11564974C}" destId="{7B4D6F82-0B4D-4413-80CA-66EDAAEA2BE4}" srcOrd="0" destOrd="0" presId="urn:microsoft.com/office/officeart/2005/8/layout/orgChart1"/>
    <dgm:cxn modelId="{F6455664-EEF8-4393-A6B4-01F309ED729E}" type="presParOf" srcId="{7B4D6F82-0B4D-4413-80CA-66EDAAEA2BE4}" destId="{052C9E41-0AEE-421B-9AD8-17C6F44CE93C}" srcOrd="0" destOrd="0" presId="urn:microsoft.com/office/officeart/2005/8/layout/orgChart1"/>
    <dgm:cxn modelId="{D1AFB2F0-FE2B-4B15-AF3B-4A6C955E6DB4}" type="presParOf" srcId="{7B4D6F82-0B4D-4413-80CA-66EDAAEA2BE4}" destId="{5C0EFDCF-B5C1-48E9-8ABF-9D7B487AAE54}" srcOrd="1" destOrd="0" presId="urn:microsoft.com/office/officeart/2005/8/layout/orgChart1"/>
    <dgm:cxn modelId="{69BDA08E-A074-412E-968D-34FA924A8CC7}" type="presParOf" srcId="{1D59D748-F8A6-4F3D-A1DF-8DA11564974C}" destId="{0CAADC87-51CF-4B41-967B-CC163BD8FBFC}" srcOrd="1" destOrd="0" presId="urn:microsoft.com/office/officeart/2005/8/layout/orgChart1"/>
    <dgm:cxn modelId="{B06B6390-1E8D-44EC-A365-1204D1D6C926}" type="presParOf" srcId="{0CAADC87-51CF-4B41-967B-CC163BD8FBFC}" destId="{20746CA3-4A8F-46C1-A718-9B37A851180C}" srcOrd="0" destOrd="0" presId="urn:microsoft.com/office/officeart/2005/8/layout/orgChart1"/>
    <dgm:cxn modelId="{FAB82333-D126-488D-BF4D-8D352A536DDB}" type="presParOf" srcId="{0CAADC87-51CF-4B41-967B-CC163BD8FBFC}" destId="{1AB14C2D-CC49-4859-9DB1-BFBBA093B2D6}" srcOrd="1" destOrd="0" presId="urn:microsoft.com/office/officeart/2005/8/layout/orgChart1"/>
    <dgm:cxn modelId="{D2FBB23A-7D5A-4C07-A8C3-4AA677762E98}" type="presParOf" srcId="{1AB14C2D-CC49-4859-9DB1-BFBBA093B2D6}" destId="{22498073-9C11-478C-A05D-55E65502C2CA}" srcOrd="0" destOrd="0" presId="urn:microsoft.com/office/officeart/2005/8/layout/orgChart1"/>
    <dgm:cxn modelId="{20FBAA32-12B2-48E8-A546-300DBB76C836}" type="presParOf" srcId="{22498073-9C11-478C-A05D-55E65502C2CA}" destId="{30ACD03D-B006-457B-8F10-6261C7D528A5}" srcOrd="0" destOrd="0" presId="urn:microsoft.com/office/officeart/2005/8/layout/orgChart1"/>
    <dgm:cxn modelId="{F6FA7FDA-F747-4215-85F7-78511A42DD1C}" type="presParOf" srcId="{22498073-9C11-478C-A05D-55E65502C2CA}" destId="{C6DF66E9-1445-4F54-9120-8BD24C8BE30C}" srcOrd="1" destOrd="0" presId="urn:microsoft.com/office/officeart/2005/8/layout/orgChart1"/>
    <dgm:cxn modelId="{EDF6EF96-4AE0-4535-AEED-0502E22FFAF1}" type="presParOf" srcId="{1AB14C2D-CC49-4859-9DB1-BFBBA093B2D6}" destId="{421A26F3-82E2-400F-8102-5A43802C4902}" srcOrd="1" destOrd="0" presId="urn:microsoft.com/office/officeart/2005/8/layout/orgChart1"/>
    <dgm:cxn modelId="{A0BCB871-3BF7-4150-997C-EBC75D93E59E}" type="presParOf" srcId="{421A26F3-82E2-400F-8102-5A43802C4902}" destId="{ED7F85B8-71BD-4BBB-A127-EBCA5AD7D31B}" srcOrd="0" destOrd="0" presId="urn:microsoft.com/office/officeart/2005/8/layout/orgChart1"/>
    <dgm:cxn modelId="{5489FED9-FC2E-412C-8898-A1D29CDC2FAF}" type="presParOf" srcId="{421A26F3-82E2-400F-8102-5A43802C4902}" destId="{9602C256-B2AE-4747-BD66-919B86D82C09}" srcOrd="1" destOrd="0" presId="urn:microsoft.com/office/officeart/2005/8/layout/orgChart1"/>
    <dgm:cxn modelId="{6EA77100-D425-4B43-8712-965E3A3F487C}" type="presParOf" srcId="{9602C256-B2AE-4747-BD66-919B86D82C09}" destId="{F9AC6F3D-A875-4315-82B7-087C29275C35}" srcOrd="0" destOrd="0" presId="urn:microsoft.com/office/officeart/2005/8/layout/orgChart1"/>
    <dgm:cxn modelId="{3BC4AE33-35BC-4C20-9654-739F923C7435}" type="presParOf" srcId="{F9AC6F3D-A875-4315-82B7-087C29275C35}" destId="{736175F6-D880-4EE5-8114-CD24AFB9588C}" srcOrd="0" destOrd="0" presId="urn:microsoft.com/office/officeart/2005/8/layout/orgChart1"/>
    <dgm:cxn modelId="{F6C067C1-C7BF-4849-A79E-628D31D928EC}" type="presParOf" srcId="{F9AC6F3D-A875-4315-82B7-087C29275C35}" destId="{DFB27C3C-AD65-429D-B42A-EB62A308EA9D}" srcOrd="1" destOrd="0" presId="urn:microsoft.com/office/officeart/2005/8/layout/orgChart1"/>
    <dgm:cxn modelId="{A6466130-C5C6-4B27-858B-E74CB2A7B718}" type="presParOf" srcId="{9602C256-B2AE-4747-BD66-919B86D82C09}" destId="{E2656ABD-84C1-4E20-8B2D-ECAAC208A940}" srcOrd="1" destOrd="0" presId="urn:microsoft.com/office/officeart/2005/8/layout/orgChart1"/>
    <dgm:cxn modelId="{0A2FE3B4-ABD0-48D3-8326-10A45D9F921B}" type="presParOf" srcId="{9602C256-B2AE-4747-BD66-919B86D82C09}" destId="{40F2CDF5-C645-4517-AB99-A15619BF62F9}" srcOrd="2" destOrd="0" presId="urn:microsoft.com/office/officeart/2005/8/layout/orgChart1"/>
    <dgm:cxn modelId="{D343B9BC-A341-4BA7-BE0F-329AA867B3A8}" type="presParOf" srcId="{421A26F3-82E2-400F-8102-5A43802C4902}" destId="{B58086F4-64C8-4813-B6EE-4078E705A74B}" srcOrd="2" destOrd="0" presId="urn:microsoft.com/office/officeart/2005/8/layout/orgChart1"/>
    <dgm:cxn modelId="{5E2F1602-BE50-4B73-BBE7-81373899E96E}" type="presParOf" srcId="{421A26F3-82E2-400F-8102-5A43802C4902}" destId="{A8DF48EF-6D7B-4B9B-8661-BB9223B46AB7}" srcOrd="3" destOrd="0" presId="urn:microsoft.com/office/officeart/2005/8/layout/orgChart1"/>
    <dgm:cxn modelId="{B2BB6293-CE4C-49FD-8D17-E5A29E434539}" type="presParOf" srcId="{A8DF48EF-6D7B-4B9B-8661-BB9223B46AB7}" destId="{D28ABC52-1699-4215-B870-D7B11748BD15}" srcOrd="0" destOrd="0" presId="urn:microsoft.com/office/officeart/2005/8/layout/orgChart1"/>
    <dgm:cxn modelId="{D4BF6E7A-B4AD-4594-B243-3BED8C7FC6A1}" type="presParOf" srcId="{D28ABC52-1699-4215-B870-D7B11748BD15}" destId="{8D6DE3C8-C0E8-4BEF-BEE4-05E165427CF5}" srcOrd="0" destOrd="0" presId="urn:microsoft.com/office/officeart/2005/8/layout/orgChart1"/>
    <dgm:cxn modelId="{998094D6-2218-4380-9D30-DD215EB11848}" type="presParOf" srcId="{D28ABC52-1699-4215-B870-D7B11748BD15}" destId="{87570779-360B-4BEC-A0D5-6D20DA0BB778}" srcOrd="1" destOrd="0" presId="urn:microsoft.com/office/officeart/2005/8/layout/orgChart1"/>
    <dgm:cxn modelId="{BFBF216D-426A-4A18-B4FA-D2D2B4723E0C}" type="presParOf" srcId="{A8DF48EF-6D7B-4B9B-8661-BB9223B46AB7}" destId="{C9A9CE7B-C2B8-4641-8747-07E53FB0CCF3}" srcOrd="1" destOrd="0" presId="urn:microsoft.com/office/officeart/2005/8/layout/orgChart1"/>
    <dgm:cxn modelId="{515D595D-E024-417B-BF96-578DBF4D921A}" type="presParOf" srcId="{A8DF48EF-6D7B-4B9B-8661-BB9223B46AB7}" destId="{8E1E5272-3B20-4354-B87E-6F6464DEBAE8}" srcOrd="2" destOrd="0" presId="urn:microsoft.com/office/officeart/2005/8/layout/orgChart1"/>
    <dgm:cxn modelId="{145E2DE2-87B7-4DC6-84C3-4BAB479C93AB}" type="presParOf" srcId="{421A26F3-82E2-400F-8102-5A43802C4902}" destId="{0E7BE6A0-177A-4869-B071-D1EEAA0030CF}" srcOrd="4" destOrd="0" presId="urn:microsoft.com/office/officeart/2005/8/layout/orgChart1"/>
    <dgm:cxn modelId="{77F5DFEF-8A74-4681-888C-759AA84449E9}" type="presParOf" srcId="{421A26F3-82E2-400F-8102-5A43802C4902}" destId="{EC0B83BD-950A-4151-87FA-6A6651ECC7DE}" srcOrd="5" destOrd="0" presId="urn:microsoft.com/office/officeart/2005/8/layout/orgChart1"/>
    <dgm:cxn modelId="{ADF608DE-C89E-418B-8251-B67D88838A53}" type="presParOf" srcId="{EC0B83BD-950A-4151-87FA-6A6651ECC7DE}" destId="{8E14FC48-3261-4DBE-8291-991CFF9EDC0C}" srcOrd="0" destOrd="0" presId="urn:microsoft.com/office/officeart/2005/8/layout/orgChart1"/>
    <dgm:cxn modelId="{F1F6F5CA-5068-4769-B494-88CA98DB177B}" type="presParOf" srcId="{8E14FC48-3261-4DBE-8291-991CFF9EDC0C}" destId="{A0239B6E-00C3-48D7-A0A7-6504B03A7631}" srcOrd="0" destOrd="0" presId="urn:microsoft.com/office/officeart/2005/8/layout/orgChart1"/>
    <dgm:cxn modelId="{E8D5643A-B08F-40C3-B9BF-8C075DC096A9}" type="presParOf" srcId="{8E14FC48-3261-4DBE-8291-991CFF9EDC0C}" destId="{AD32218A-C08F-4281-BB0F-5EEC691C4BA0}" srcOrd="1" destOrd="0" presId="urn:microsoft.com/office/officeart/2005/8/layout/orgChart1"/>
    <dgm:cxn modelId="{0464B813-AF8B-423B-B6CD-403943854798}" type="presParOf" srcId="{EC0B83BD-950A-4151-87FA-6A6651ECC7DE}" destId="{A09D371C-27C7-4845-8B63-48E858C35FB2}" srcOrd="1" destOrd="0" presId="urn:microsoft.com/office/officeart/2005/8/layout/orgChart1"/>
    <dgm:cxn modelId="{8902135A-7993-438B-99EB-4B14D7694E0B}" type="presParOf" srcId="{EC0B83BD-950A-4151-87FA-6A6651ECC7DE}" destId="{6605E1DF-2AF4-4C85-A35A-F155408ABA21}" srcOrd="2" destOrd="0" presId="urn:microsoft.com/office/officeart/2005/8/layout/orgChart1"/>
    <dgm:cxn modelId="{7AE973C1-CEAF-43A1-A91E-AF7BC806CFDC}" type="presParOf" srcId="{1AB14C2D-CC49-4859-9DB1-BFBBA093B2D6}" destId="{8A9CA2A0-F1AE-4E2C-A347-B6AE9D956B70}" srcOrd="2" destOrd="0" presId="urn:microsoft.com/office/officeart/2005/8/layout/orgChart1"/>
    <dgm:cxn modelId="{8EB9CD55-5BF1-41B9-ABAB-560BC05048EF}" type="presParOf" srcId="{0CAADC87-51CF-4B41-967B-CC163BD8FBFC}" destId="{4677770B-C589-45E2-B0E9-24F03AEE49EA}" srcOrd="2" destOrd="0" presId="urn:microsoft.com/office/officeart/2005/8/layout/orgChart1"/>
    <dgm:cxn modelId="{02EF0ED1-1EC5-4054-B6D5-432EB59BD62E}" type="presParOf" srcId="{0CAADC87-51CF-4B41-967B-CC163BD8FBFC}" destId="{F8931ED9-1A5B-4938-8139-41E8EAB44B3A}" srcOrd="3" destOrd="0" presId="urn:microsoft.com/office/officeart/2005/8/layout/orgChart1"/>
    <dgm:cxn modelId="{D154CFEB-FF66-48F7-9613-C04527C3CFDD}" type="presParOf" srcId="{F8931ED9-1A5B-4938-8139-41E8EAB44B3A}" destId="{68BB3CF3-FCC6-4346-946D-2EF145B4EAE8}" srcOrd="0" destOrd="0" presId="urn:microsoft.com/office/officeart/2005/8/layout/orgChart1"/>
    <dgm:cxn modelId="{664B69FF-2797-4A14-ABCD-0EBCB60E76C4}" type="presParOf" srcId="{68BB3CF3-FCC6-4346-946D-2EF145B4EAE8}" destId="{2DE43CFE-4FB5-4C99-BE89-B55C755FEFD0}" srcOrd="0" destOrd="0" presId="urn:microsoft.com/office/officeart/2005/8/layout/orgChart1"/>
    <dgm:cxn modelId="{9707C519-F078-4AC9-B8DE-D03FE5592B19}" type="presParOf" srcId="{68BB3CF3-FCC6-4346-946D-2EF145B4EAE8}" destId="{BA39AA3F-2A0E-4E37-8AB4-5D7AF17A4732}" srcOrd="1" destOrd="0" presId="urn:microsoft.com/office/officeart/2005/8/layout/orgChart1"/>
    <dgm:cxn modelId="{DEC7AE49-7843-4DC1-827C-DD9939578142}" type="presParOf" srcId="{F8931ED9-1A5B-4938-8139-41E8EAB44B3A}" destId="{46EE5E89-8E6B-4C29-A27D-0EC19D0A3758}" srcOrd="1" destOrd="0" presId="urn:microsoft.com/office/officeart/2005/8/layout/orgChart1"/>
    <dgm:cxn modelId="{9D0393BC-DC60-4759-A882-ABC5E74D2A26}" type="presParOf" srcId="{46EE5E89-8E6B-4C29-A27D-0EC19D0A3758}" destId="{18FED496-F4C1-4E42-9C6F-69548C0B5139}" srcOrd="0" destOrd="0" presId="urn:microsoft.com/office/officeart/2005/8/layout/orgChart1"/>
    <dgm:cxn modelId="{9EEFE23D-6EBF-441D-AC7C-2274A83E7CF2}" type="presParOf" srcId="{46EE5E89-8E6B-4C29-A27D-0EC19D0A3758}" destId="{56FAE599-E4DE-4B0E-B671-E3B229E2EA51}" srcOrd="1" destOrd="0" presId="urn:microsoft.com/office/officeart/2005/8/layout/orgChart1"/>
    <dgm:cxn modelId="{00559274-18BF-48E4-9052-0D35FE1DE929}" type="presParOf" srcId="{56FAE599-E4DE-4B0E-B671-E3B229E2EA51}" destId="{03F27D33-9BAA-4A24-93CD-A27109B16D39}" srcOrd="0" destOrd="0" presId="urn:microsoft.com/office/officeart/2005/8/layout/orgChart1"/>
    <dgm:cxn modelId="{AF490B7C-FB16-427C-A738-D7FF7193103D}" type="presParOf" srcId="{03F27D33-9BAA-4A24-93CD-A27109B16D39}" destId="{4FBE374B-8204-4E3C-9037-BE2550F8A87E}" srcOrd="0" destOrd="0" presId="urn:microsoft.com/office/officeart/2005/8/layout/orgChart1"/>
    <dgm:cxn modelId="{D7F94DBB-2191-49A4-A5F9-3CCFE290BDD0}" type="presParOf" srcId="{03F27D33-9BAA-4A24-93CD-A27109B16D39}" destId="{7007063F-EF62-4176-8992-B233B4456112}" srcOrd="1" destOrd="0" presId="urn:microsoft.com/office/officeart/2005/8/layout/orgChart1"/>
    <dgm:cxn modelId="{2B56E0CB-7E0D-4606-8E8E-560D1BACD2A6}" type="presParOf" srcId="{56FAE599-E4DE-4B0E-B671-E3B229E2EA51}" destId="{C0803B46-D280-40BE-B5D3-4E0687185A36}" srcOrd="1" destOrd="0" presId="urn:microsoft.com/office/officeart/2005/8/layout/orgChart1"/>
    <dgm:cxn modelId="{8716E7B5-8166-452B-B4BB-F06CAE4B3419}" type="presParOf" srcId="{56FAE599-E4DE-4B0E-B671-E3B229E2EA51}" destId="{16F04009-C45D-4341-BA37-6B1E76336110}" srcOrd="2" destOrd="0" presId="urn:microsoft.com/office/officeart/2005/8/layout/orgChart1"/>
    <dgm:cxn modelId="{B5044CEF-F696-4CA8-AABD-E4F2EEF240DB}" type="presParOf" srcId="{46EE5E89-8E6B-4C29-A27D-0EC19D0A3758}" destId="{CAB95154-8D63-4472-A1DC-358F0E7E4B2D}" srcOrd="2" destOrd="0" presId="urn:microsoft.com/office/officeart/2005/8/layout/orgChart1"/>
    <dgm:cxn modelId="{E29DF5FF-5877-45AA-82FB-44D8E6595C9B}" type="presParOf" srcId="{46EE5E89-8E6B-4C29-A27D-0EC19D0A3758}" destId="{025D8B20-24D8-438C-8F94-A3E38A9BC90A}" srcOrd="3" destOrd="0" presId="urn:microsoft.com/office/officeart/2005/8/layout/orgChart1"/>
    <dgm:cxn modelId="{27743338-55E8-46AD-8727-A8D87D7D888A}" type="presParOf" srcId="{025D8B20-24D8-438C-8F94-A3E38A9BC90A}" destId="{BF991098-91F2-4641-BDE4-0828E893B62A}" srcOrd="0" destOrd="0" presId="urn:microsoft.com/office/officeart/2005/8/layout/orgChart1"/>
    <dgm:cxn modelId="{80B97509-3C1A-40FB-8AD0-B3E72F6921B0}" type="presParOf" srcId="{BF991098-91F2-4641-BDE4-0828E893B62A}" destId="{1402A6D7-581C-4122-A46A-AAE11E57D1B8}" srcOrd="0" destOrd="0" presId="urn:microsoft.com/office/officeart/2005/8/layout/orgChart1"/>
    <dgm:cxn modelId="{D9E44F4F-2EFB-43C8-A83B-9950A940FA71}" type="presParOf" srcId="{BF991098-91F2-4641-BDE4-0828E893B62A}" destId="{D75472AA-30CE-4444-B224-1FF4833DBEE3}" srcOrd="1" destOrd="0" presId="urn:microsoft.com/office/officeart/2005/8/layout/orgChart1"/>
    <dgm:cxn modelId="{27B9D380-6BCA-45D3-920D-AB97E62EECF5}" type="presParOf" srcId="{025D8B20-24D8-438C-8F94-A3E38A9BC90A}" destId="{8CFE5A2B-6F76-479B-AD1C-3BD47347C60C}" srcOrd="1" destOrd="0" presId="urn:microsoft.com/office/officeart/2005/8/layout/orgChart1"/>
    <dgm:cxn modelId="{031140AA-C787-4922-9A65-6C8F3481CF72}" type="presParOf" srcId="{025D8B20-24D8-438C-8F94-A3E38A9BC90A}" destId="{3CB93372-E897-4626-A7FD-9F85C9F4CA06}" srcOrd="2" destOrd="0" presId="urn:microsoft.com/office/officeart/2005/8/layout/orgChart1"/>
    <dgm:cxn modelId="{5D476C7A-3FD0-4F49-94F2-3F074A552EA0}" type="presParOf" srcId="{46EE5E89-8E6B-4C29-A27D-0EC19D0A3758}" destId="{5C535A92-5C54-43EA-BEA2-CE530D96C0A7}" srcOrd="4" destOrd="0" presId="urn:microsoft.com/office/officeart/2005/8/layout/orgChart1"/>
    <dgm:cxn modelId="{07C8D688-F108-4281-B485-36EA35C42015}" type="presParOf" srcId="{46EE5E89-8E6B-4C29-A27D-0EC19D0A3758}" destId="{BE493CFB-8ED8-437C-9BC9-63F4D2A29B38}" srcOrd="5" destOrd="0" presId="urn:microsoft.com/office/officeart/2005/8/layout/orgChart1"/>
    <dgm:cxn modelId="{65B381DE-DB21-4952-9C71-234148BD3293}" type="presParOf" srcId="{BE493CFB-8ED8-437C-9BC9-63F4D2A29B38}" destId="{A3439635-00E9-42C6-8302-E467B9642FE9}" srcOrd="0" destOrd="0" presId="urn:microsoft.com/office/officeart/2005/8/layout/orgChart1"/>
    <dgm:cxn modelId="{273F4722-14A7-496C-8278-8A820DFAB1F4}" type="presParOf" srcId="{A3439635-00E9-42C6-8302-E467B9642FE9}" destId="{F75C6AC0-BAB6-4F28-8EE1-FC5A8353A5F1}" srcOrd="0" destOrd="0" presId="urn:microsoft.com/office/officeart/2005/8/layout/orgChart1"/>
    <dgm:cxn modelId="{70A68E9C-F60F-43F9-A3DC-1CA0D62B088C}" type="presParOf" srcId="{A3439635-00E9-42C6-8302-E467B9642FE9}" destId="{677744D1-E019-4A84-9EBA-12764BA7CFB9}" srcOrd="1" destOrd="0" presId="urn:microsoft.com/office/officeart/2005/8/layout/orgChart1"/>
    <dgm:cxn modelId="{CB0762B8-35B2-4356-809B-050DA3927360}" type="presParOf" srcId="{BE493CFB-8ED8-437C-9BC9-63F4D2A29B38}" destId="{A6BC5F4A-6737-4641-A50F-E37343D326ED}" srcOrd="1" destOrd="0" presId="urn:microsoft.com/office/officeart/2005/8/layout/orgChart1"/>
    <dgm:cxn modelId="{0B386C3F-5013-4A5E-8638-50E5F1A46E3C}" type="presParOf" srcId="{BE493CFB-8ED8-437C-9BC9-63F4D2A29B38}" destId="{B5503530-8E11-4641-A8A1-CADC5EBDB2D4}" srcOrd="2" destOrd="0" presId="urn:microsoft.com/office/officeart/2005/8/layout/orgChart1"/>
    <dgm:cxn modelId="{46876CFB-2F1C-4AFA-AA42-F637A2FCE9B7}" type="presParOf" srcId="{F8931ED9-1A5B-4938-8139-41E8EAB44B3A}" destId="{88306D25-AE93-49B1-B584-E6520F8A53A4}" srcOrd="2" destOrd="0" presId="urn:microsoft.com/office/officeart/2005/8/layout/orgChart1"/>
    <dgm:cxn modelId="{280FFA32-3A17-4A37-8CD6-E8ABEE026339}" type="presParOf" srcId="{0CAADC87-51CF-4B41-967B-CC163BD8FBFC}" destId="{9CAA36BD-A972-4B85-89DB-E15674F8EF2B}" srcOrd="4" destOrd="0" presId="urn:microsoft.com/office/officeart/2005/8/layout/orgChart1"/>
    <dgm:cxn modelId="{31FF320A-8929-4686-924A-325A2A51A499}" type="presParOf" srcId="{0CAADC87-51CF-4B41-967B-CC163BD8FBFC}" destId="{5B7B3164-440A-4D43-AB4E-8BFEB02DF1E5}" srcOrd="5" destOrd="0" presId="urn:microsoft.com/office/officeart/2005/8/layout/orgChart1"/>
    <dgm:cxn modelId="{9FADCA4F-B058-49E6-BC38-CA011CB01E34}" type="presParOf" srcId="{5B7B3164-440A-4D43-AB4E-8BFEB02DF1E5}" destId="{A37E7620-BFD7-4047-8C79-FCFAA872EB2D}" srcOrd="0" destOrd="0" presId="urn:microsoft.com/office/officeart/2005/8/layout/orgChart1"/>
    <dgm:cxn modelId="{E691D6C5-5C68-4B30-8B52-82CD185C4DDE}" type="presParOf" srcId="{A37E7620-BFD7-4047-8C79-FCFAA872EB2D}" destId="{8D6360A2-DA50-4772-A97B-82486AA762D9}" srcOrd="0" destOrd="0" presId="urn:microsoft.com/office/officeart/2005/8/layout/orgChart1"/>
    <dgm:cxn modelId="{3565220A-40B1-4F5B-AB3F-B15F21653931}" type="presParOf" srcId="{A37E7620-BFD7-4047-8C79-FCFAA872EB2D}" destId="{490E7A45-C952-45AD-B800-167B28B62A35}" srcOrd="1" destOrd="0" presId="urn:microsoft.com/office/officeart/2005/8/layout/orgChart1"/>
    <dgm:cxn modelId="{0AEC91C5-FC1D-42EA-AD33-122B77F8D273}" type="presParOf" srcId="{5B7B3164-440A-4D43-AB4E-8BFEB02DF1E5}" destId="{223E7BC3-DB02-4D06-9845-E20ED73CF0E6}" srcOrd="1" destOrd="0" presId="urn:microsoft.com/office/officeart/2005/8/layout/orgChart1"/>
    <dgm:cxn modelId="{806FA5F0-F5EE-474F-B926-9F32ADCF41F1}" type="presParOf" srcId="{223E7BC3-DB02-4D06-9845-E20ED73CF0E6}" destId="{8D69919F-C8EB-464C-ABEE-9D747A5269BE}" srcOrd="0" destOrd="0" presId="urn:microsoft.com/office/officeart/2005/8/layout/orgChart1"/>
    <dgm:cxn modelId="{AE6B1705-F283-4E44-8212-7422C629A0EB}" type="presParOf" srcId="{223E7BC3-DB02-4D06-9845-E20ED73CF0E6}" destId="{D268D86D-58E1-4B0F-BB5C-02AE016471C6}" srcOrd="1" destOrd="0" presId="urn:microsoft.com/office/officeart/2005/8/layout/orgChart1"/>
    <dgm:cxn modelId="{070FDF6A-584D-4758-B5C8-1D8F0C342C23}" type="presParOf" srcId="{D268D86D-58E1-4B0F-BB5C-02AE016471C6}" destId="{345B9FCC-F90A-403C-8563-AB21C4081E40}" srcOrd="0" destOrd="0" presId="urn:microsoft.com/office/officeart/2005/8/layout/orgChart1"/>
    <dgm:cxn modelId="{A7FC2DFF-30E8-47FC-917F-C0123C3D5927}" type="presParOf" srcId="{345B9FCC-F90A-403C-8563-AB21C4081E40}" destId="{517CC827-ACBE-46AD-AB11-17F8EA1B8932}" srcOrd="0" destOrd="0" presId="urn:microsoft.com/office/officeart/2005/8/layout/orgChart1"/>
    <dgm:cxn modelId="{040ACD2C-5696-4578-996E-D0F91F46C07E}" type="presParOf" srcId="{345B9FCC-F90A-403C-8563-AB21C4081E40}" destId="{EA9D48DA-C389-49C1-8A70-47AA2FDA41F7}" srcOrd="1" destOrd="0" presId="urn:microsoft.com/office/officeart/2005/8/layout/orgChart1"/>
    <dgm:cxn modelId="{75550656-C8CB-4997-8C37-6A7896A023B5}" type="presParOf" srcId="{D268D86D-58E1-4B0F-BB5C-02AE016471C6}" destId="{CBFA8ABA-2732-43D7-8359-263007AFB7EB}" srcOrd="1" destOrd="0" presId="urn:microsoft.com/office/officeart/2005/8/layout/orgChart1"/>
    <dgm:cxn modelId="{E320C97E-5EFA-432C-BC9B-0E6216C37306}" type="presParOf" srcId="{D268D86D-58E1-4B0F-BB5C-02AE016471C6}" destId="{B218C924-D64F-4A3B-8D0E-5BC83299921B}" srcOrd="2" destOrd="0" presId="urn:microsoft.com/office/officeart/2005/8/layout/orgChart1"/>
    <dgm:cxn modelId="{928A313A-D7A2-472D-8A4C-0C8A6F6A2525}" type="presParOf" srcId="{223E7BC3-DB02-4D06-9845-E20ED73CF0E6}" destId="{8B6074B7-E07E-400A-B6EC-02D1F7103FB0}" srcOrd="2" destOrd="0" presId="urn:microsoft.com/office/officeart/2005/8/layout/orgChart1"/>
    <dgm:cxn modelId="{428DA4BE-0A8D-4503-A506-E80354BEC0C0}" type="presParOf" srcId="{223E7BC3-DB02-4D06-9845-E20ED73CF0E6}" destId="{E1CDE5C2-B975-41FF-A213-164651942F9F}" srcOrd="3" destOrd="0" presId="urn:microsoft.com/office/officeart/2005/8/layout/orgChart1"/>
    <dgm:cxn modelId="{3793CC46-873B-4F25-970C-C9B9F706DC96}" type="presParOf" srcId="{E1CDE5C2-B975-41FF-A213-164651942F9F}" destId="{46C9251F-BD66-4803-B4B1-2AA729196269}" srcOrd="0" destOrd="0" presId="urn:microsoft.com/office/officeart/2005/8/layout/orgChart1"/>
    <dgm:cxn modelId="{F549A10A-B0F5-43E5-B537-26AEC57D5C05}" type="presParOf" srcId="{46C9251F-BD66-4803-B4B1-2AA729196269}" destId="{2C380163-888B-462B-AE0F-BF3BA0EC92D9}" srcOrd="0" destOrd="0" presId="urn:microsoft.com/office/officeart/2005/8/layout/orgChart1"/>
    <dgm:cxn modelId="{A7CD313C-3D4A-4ECB-9681-E667F6C301B3}" type="presParOf" srcId="{46C9251F-BD66-4803-B4B1-2AA729196269}" destId="{DBBD99FE-DA10-42BA-BA73-EE25E8ADCCCC}" srcOrd="1" destOrd="0" presId="urn:microsoft.com/office/officeart/2005/8/layout/orgChart1"/>
    <dgm:cxn modelId="{9E0B85BE-0F99-4514-BE37-CA8A5D0DB91B}" type="presParOf" srcId="{E1CDE5C2-B975-41FF-A213-164651942F9F}" destId="{8A1BEC6F-5D00-47A7-BFED-DFB0DC71047B}" srcOrd="1" destOrd="0" presId="urn:microsoft.com/office/officeart/2005/8/layout/orgChart1"/>
    <dgm:cxn modelId="{75690F9E-44E0-4F18-A1E0-59BEC0CE1BEF}" type="presParOf" srcId="{E1CDE5C2-B975-41FF-A213-164651942F9F}" destId="{78F2E661-43B4-49D4-9A9A-0AFF188CB592}" srcOrd="2" destOrd="0" presId="urn:microsoft.com/office/officeart/2005/8/layout/orgChart1"/>
    <dgm:cxn modelId="{92678B3C-6775-4E75-A003-09808F46F0FD}" type="presParOf" srcId="{5B7B3164-440A-4D43-AB4E-8BFEB02DF1E5}" destId="{43CEA703-8CBA-43BC-BB30-FF62A1A2B8B0}" srcOrd="2" destOrd="0" presId="urn:microsoft.com/office/officeart/2005/8/layout/orgChart1"/>
    <dgm:cxn modelId="{8F4FC746-FA81-4462-BFDE-7C683D4E1B4C}" type="presParOf" srcId="{0CAADC87-51CF-4B41-967B-CC163BD8FBFC}" destId="{A823362F-F9CA-4574-ABAE-D8103677C65F}" srcOrd="6" destOrd="0" presId="urn:microsoft.com/office/officeart/2005/8/layout/orgChart1"/>
    <dgm:cxn modelId="{83BF331A-F9E6-4E40-938E-4814BD324697}" type="presParOf" srcId="{0CAADC87-51CF-4B41-967B-CC163BD8FBFC}" destId="{7840428C-7729-45BB-9B7B-4EB175111789}" srcOrd="7" destOrd="0" presId="urn:microsoft.com/office/officeart/2005/8/layout/orgChart1"/>
    <dgm:cxn modelId="{037CAE23-FA33-4304-9DCE-D2D642082D92}" type="presParOf" srcId="{7840428C-7729-45BB-9B7B-4EB175111789}" destId="{E0DFD5B8-F3AF-459C-846D-602145C4B7E9}" srcOrd="0" destOrd="0" presId="urn:microsoft.com/office/officeart/2005/8/layout/orgChart1"/>
    <dgm:cxn modelId="{7878CE6A-4B60-4E26-9A5B-658C171E3A06}" type="presParOf" srcId="{E0DFD5B8-F3AF-459C-846D-602145C4B7E9}" destId="{46D18DE4-F98A-4BF8-B162-6FAC3EA0F976}" srcOrd="0" destOrd="0" presId="urn:microsoft.com/office/officeart/2005/8/layout/orgChart1"/>
    <dgm:cxn modelId="{5B2309FE-8930-4A9D-AD53-0BB088B8A1D8}" type="presParOf" srcId="{E0DFD5B8-F3AF-459C-846D-602145C4B7E9}" destId="{2F147EA8-F4F9-47F2-BDDF-1288F997FDD1}" srcOrd="1" destOrd="0" presId="urn:microsoft.com/office/officeart/2005/8/layout/orgChart1"/>
    <dgm:cxn modelId="{1549ADD8-0A3E-4CDB-B66B-3DADDF11D78C}" type="presParOf" srcId="{7840428C-7729-45BB-9B7B-4EB175111789}" destId="{A7868D93-00D1-431A-9553-E4A11F9C0705}" srcOrd="1" destOrd="0" presId="urn:microsoft.com/office/officeart/2005/8/layout/orgChart1"/>
    <dgm:cxn modelId="{EAE8FD36-67A9-45F9-A719-ADAA77E0AC9C}" type="presParOf" srcId="{7840428C-7729-45BB-9B7B-4EB175111789}" destId="{9975C733-732D-4175-BEFC-334993DC8009}" srcOrd="2" destOrd="0" presId="urn:microsoft.com/office/officeart/2005/8/layout/orgChart1"/>
    <dgm:cxn modelId="{026B36E7-27BA-46B1-ABED-A3438AD06880}" type="presParOf" srcId="{0CAADC87-51CF-4B41-967B-CC163BD8FBFC}" destId="{D0DA3940-10B1-4A63-80F6-4495CE786BEA}" srcOrd="8" destOrd="0" presId="urn:microsoft.com/office/officeart/2005/8/layout/orgChart1"/>
    <dgm:cxn modelId="{8BDE97C3-48C3-4861-B4C8-A991969D03B5}" type="presParOf" srcId="{0CAADC87-51CF-4B41-967B-CC163BD8FBFC}" destId="{8845A74B-B447-4B56-A965-DF52FB5DB0DC}" srcOrd="9" destOrd="0" presId="urn:microsoft.com/office/officeart/2005/8/layout/orgChart1"/>
    <dgm:cxn modelId="{A0CA7AB3-1894-4129-8DF8-2A863D2AF6EC}" type="presParOf" srcId="{8845A74B-B447-4B56-A965-DF52FB5DB0DC}" destId="{F2670278-AD3A-4130-97B2-CE904BDD9E57}" srcOrd="0" destOrd="0" presId="urn:microsoft.com/office/officeart/2005/8/layout/orgChart1"/>
    <dgm:cxn modelId="{CC831B09-FB8D-4CB9-ACD4-5FAEFDE3AEC8}" type="presParOf" srcId="{F2670278-AD3A-4130-97B2-CE904BDD9E57}" destId="{7898164B-3070-4160-9745-A403FF5F47BE}" srcOrd="0" destOrd="0" presId="urn:microsoft.com/office/officeart/2005/8/layout/orgChart1"/>
    <dgm:cxn modelId="{A48B7A84-7AF8-410F-B4A3-15EEFCD634A5}" type="presParOf" srcId="{F2670278-AD3A-4130-97B2-CE904BDD9E57}" destId="{928E0193-88EB-43AB-8052-C4BC7511995A}" srcOrd="1" destOrd="0" presId="urn:microsoft.com/office/officeart/2005/8/layout/orgChart1"/>
    <dgm:cxn modelId="{E2A10D07-1044-4C42-8379-5D42BD4D597B}" type="presParOf" srcId="{8845A74B-B447-4B56-A965-DF52FB5DB0DC}" destId="{FDC2A1A2-114C-485B-9514-7160CD7133DE}" srcOrd="1" destOrd="0" presId="urn:microsoft.com/office/officeart/2005/8/layout/orgChart1"/>
    <dgm:cxn modelId="{933E92D8-5AE4-40B6-8F30-0BA4C7BFB7AB}" type="presParOf" srcId="{8845A74B-B447-4B56-A965-DF52FB5DB0DC}" destId="{CFDE0C8F-433C-45A2-BBDF-4421213D0C88}" srcOrd="2" destOrd="0" presId="urn:microsoft.com/office/officeart/2005/8/layout/orgChart1"/>
    <dgm:cxn modelId="{B5A8BCD2-EA09-4550-9C60-E2C05CCE42F6}" type="presParOf" srcId="{0CAADC87-51CF-4B41-967B-CC163BD8FBFC}" destId="{1B465FE1-B6C7-4503-BEB4-834851720749}" srcOrd="10" destOrd="0" presId="urn:microsoft.com/office/officeart/2005/8/layout/orgChart1"/>
    <dgm:cxn modelId="{C587B5A0-5234-4F41-BA28-44E35E3C1623}" type="presParOf" srcId="{0CAADC87-51CF-4B41-967B-CC163BD8FBFC}" destId="{8918C643-5557-4BAB-B8C6-6FC7CDA79D06}" srcOrd="11" destOrd="0" presId="urn:microsoft.com/office/officeart/2005/8/layout/orgChart1"/>
    <dgm:cxn modelId="{173DB956-A97E-42CB-B641-09CBED4D14E2}" type="presParOf" srcId="{8918C643-5557-4BAB-B8C6-6FC7CDA79D06}" destId="{9E0ED21B-6719-438F-B874-423521BD9216}" srcOrd="0" destOrd="0" presId="urn:microsoft.com/office/officeart/2005/8/layout/orgChart1"/>
    <dgm:cxn modelId="{11F68562-D7A0-4DB0-8557-BD2743D1B960}" type="presParOf" srcId="{9E0ED21B-6719-438F-B874-423521BD9216}" destId="{9FAA339A-F4EB-4C70-9AC0-7729896DF595}" srcOrd="0" destOrd="0" presId="urn:microsoft.com/office/officeart/2005/8/layout/orgChart1"/>
    <dgm:cxn modelId="{022249B4-9E31-4C27-8A17-68E58D23E2EB}" type="presParOf" srcId="{9E0ED21B-6719-438F-B874-423521BD9216}" destId="{FB515F2B-E96C-4142-89F8-DF9394055120}" srcOrd="1" destOrd="0" presId="urn:microsoft.com/office/officeart/2005/8/layout/orgChart1"/>
    <dgm:cxn modelId="{DA438691-9A3A-467B-826A-0ECB8820A2F8}" type="presParOf" srcId="{8918C643-5557-4BAB-B8C6-6FC7CDA79D06}" destId="{B24BB942-CC74-4D65-8149-9EE6816258F2}" srcOrd="1" destOrd="0" presId="urn:microsoft.com/office/officeart/2005/8/layout/orgChart1"/>
    <dgm:cxn modelId="{B8DB7561-24B3-4CAC-8122-17BF3DFD9BB0}" type="presParOf" srcId="{8918C643-5557-4BAB-B8C6-6FC7CDA79D06}" destId="{549FD68F-81B6-47FC-98A6-8BB421DF423F}" srcOrd="2" destOrd="0" presId="urn:microsoft.com/office/officeart/2005/8/layout/orgChart1"/>
    <dgm:cxn modelId="{F40B49EF-3976-4490-974D-AD440E3B3F14}" type="presParOf" srcId="{0CAADC87-51CF-4B41-967B-CC163BD8FBFC}" destId="{3B43736D-28CC-4B8F-B55D-54A2EE3E5C19}" srcOrd="12" destOrd="0" presId="urn:microsoft.com/office/officeart/2005/8/layout/orgChart1"/>
    <dgm:cxn modelId="{87BD0172-922F-4437-8485-D96CAD88C90D}" type="presParOf" srcId="{0CAADC87-51CF-4B41-967B-CC163BD8FBFC}" destId="{008AFE98-364F-496A-9916-A60019E1EAD9}" srcOrd="13" destOrd="0" presId="urn:microsoft.com/office/officeart/2005/8/layout/orgChart1"/>
    <dgm:cxn modelId="{0157FEBF-E1B8-4844-9A39-554C9D11EB5A}" type="presParOf" srcId="{008AFE98-364F-496A-9916-A60019E1EAD9}" destId="{8800158E-FCEB-4AC1-B261-611D8A17C8E1}" srcOrd="0" destOrd="0" presId="urn:microsoft.com/office/officeart/2005/8/layout/orgChart1"/>
    <dgm:cxn modelId="{CAFBEBC0-0166-41EE-BAA6-C39BEFC93C2E}" type="presParOf" srcId="{8800158E-FCEB-4AC1-B261-611D8A17C8E1}" destId="{0F854E56-2F68-4DEF-B974-5134793DD663}" srcOrd="0" destOrd="0" presId="urn:microsoft.com/office/officeart/2005/8/layout/orgChart1"/>
    <dgm:cxn modelId="{C8D161F4-C26C-420A-B071-654172156FE5}" type="presParOf" srcId="{8800158E-FCEB-4AC1-B261-611D8A17C8E1}" destId="{5DB79F48-A4B8-41F6-9D24-02E3C800A2F6}" srcOrd="1" destOrd="0" presId="urn:microsoft.com/office/officeart/2005/8/layout/orgChart1"/>
    <dgm:cxn modelId="{19254210-6D02-43D7-8A40-597A44861E09}" type="presParOf" srcId="{008AFE98-364F-496A-9916-A60019E1EAD9}" destId="{6D6D5B70-F695-44AF-B794-A60798EB92B8}" srcOrd="1" destOrd="0" presId="urn:microsoft.com/office/officeart/2005/8/layout/orgChart1"/>
    <dgm:cxn modelId="{3688BA38-B3F6-4657-8110-99AF5DABA501}" type="presParOf" srcId="{6D6D5B70-F695-44AF-B794-A60798EB92B8}" destId="{61A97CDC-A31F-4072-9608-168E712C2C20}" srcOrd="0" destOrd="0" presId="urn:microsoft.com/office/officeart/2005/8/layout/orgChart1"/>
    <dgm:cxn modelId="{EA8FB361-67D9-4C72-B701-BF2AD96249C7}" type="presParOf" srcId="{6D6D5B70-F695-44AF-B794-A60798EB92B8}" destId="{724B47FA-467F-4409-B512-3ABE313455F2}" srcOrd="1" destOrd="0" presId="urn:microsoft.com/office/officeart/2005/8/layout/orgChart1"/>
    <dgm:cxn modelId="{5C2F7C52-0868-4103-9927-2B5A1927D159}" type="presParOf" srcId="{724B47FA-467F-4409-B512-3ABE313455F2}" destId="{7108652D-48E0-4FAC-A5C2-592925702C49}" srcOrd="0" destOrd="0" presId="urn:microsoft.com/office/officeart/2005/8/layout/orgChart1"/>
    <dgm:cxn modelId="{D69ABA44-E4DE-4C58-887D-0DD9DD2A4B19}" type="presParOf" srcId="{7108652D-48E0-4FAC-A5C2-592925702C49}" destId="{E43D0595-41B2-491D-B536-2515606E93B1}" srcOrd="0" destOrd="0" presId="urn:microsoft.com/office/officeart/2005/8/layout/orgChart1"/>
    <dgm:cxn modelId="{4A5EB591-25B6-45C0-8FE2-8F02ACC41426}" type="presParOf" srcId="{7108652D-48E0-4FAC-A5C2-592925702C49}" destId="{C1654A70-DC6D-49ED-8246-E81C2A2F225A}" srcOrd="1" destOrd="0" presId="urn:microsoft.com/office/officeart/2005/8/layout/orgChart1"/>
    <dgm:cxn modelId="{74921BDD-0504-4332-9596-32403142170E}" type="presParOf" srcId="{724B47FA-467F-4409-B512-3ABE313455F2}" destId="{9A8202AB-3269-4673-80B5-9AF211D60FBF}" srcOrd="1" destOrd="0" presId="urn:microsoft.com/office/officeart/2005/8/layout/orgChart1"/>
    <dgm:cxn modelId="{D679171B-5EB5-4844-970D-8A05D8157465}" type="presParOf" srcId="{724B47FA-467F-4409-B512-3ABE313455F2}" destId="{E5301883-3CFB-4742-B910-9A98B9FECF38}" srcOrd="2" destOrd="0" presId="urn:microsoft.com/office/officeart/2005/8/layout/orgChart1"/>
    <dgm:cxn modelId="{90D6E618-8FC0-444C-B009-25EF547DB2B6}" type="presParOf" srcId="{6D6D5B70-F695-44AF-B794-A60798EB92B8}" destId="{D41584C3-40A5-401C-8A1D-9C1E03DC9760}" srcOrd="2" destOrd="0" presId="urn:microsoft.com/office/officeart/2005/8/layout/orgChart1"/>
    <dgm:cxn modelId="{14C3F538-EFF7-4625-ACB8-5E4138A54810}" type="presParOf" srcId="{6D6D5B70-F695-44AF-B794-A60798EB92B8}" destId="{21DAFE47-DD9C-45F9-BB3B-C5419C6D3563}" srcOrd="3" destOrd="0" presId="urn:microsoft.com/office/officeart/2005/8/layout/orgChart1"/>
    <dgm:cxn modelId="{C9B29FE1-1A22-489E-8B20-694D85BA2259}" type="presParOf" srcId="{21DAFE47-DD9C-45F9-BB3B-C5419C6D3563}" destId="{4730FEB5-4C7F-452C-9E6F-78FA139CA0E2}" srcOrd="0" destOrd="0" presId="urn:microsoft.com/office/officeart/2005/8/layout/orgChart1"/>
    <dgm:cxn modelId="{8FF05D73-5EA5-4945-B370-3330DC245D95}" type="presParOf" srcId="{4730FEB5-4C7F-452C-9E6F-78FA139CA0E2}" destId="{466D6178-926B-4DAA-9297-72C58BD4A204}" srcOrd="0" destOrd="0" presId="urn:microsoft.com/office/officeart/2005/8/layout/orgChart1"/>
    <dgm:cxn modelId="{B742F7DB-1B28-45A6-BAC3-24C23B18A102}" type="presParOf" srcId="{4730FEB5-4C7F-452C-9E6F-78FA139CA0E2}" destId="{D74555FD-878D-4621-9394-1E73EAFF5C37}" srcOrd="1" destOrd="0" presId="urn:microsoft.com/office/officeart/2005/8/layout/orgChart1"/>
    <dgm:cxn modelId="{C0FB74CD-1644-4F3E-BB94-85BA8C3564A6}" type="presParOf" srcId="{21DAFE47-DD9C-45F9-BB3B-C5419C6D3563}" destId="{46DC606A-76BB-4E75-BC8A-FE593D851FE3}" srcOrd="1" destOrd="0" presId="urn:microsoft.com/office/officeart/2005/8/layout/orgChart1"/>
    <dgm:cxn modelId="{97D42E9D-ED15-4780-AD70-42CB10C62717}" type="presParOf" srcId="{21DAFE47-DD9C-45F9-BB3B-C5419C6D3563}" destId="{A3614CAC-116B-47F4-A844-123E4CF88968}" srcOrd="2" destOrd="0" presId="urn:microsoft.com/office/officeart/2005/8/layout/orgChart1"/>
    <dgm:cxn modelId="{608C11AB-8726-46C5-9276-610BF5E81F8F}" type="presParOf" srcId="{6D6D5B70-F695-44AF-B794-A60798EB92B8}" destId="{44572859-A7F0-492D-BFF3-2FC9B8C3EB60}" srcOrd="4" destOrd="0" presId="urn:microsoft.com/office/officeart/2005/8/layout/orgChart1"/>
    <dgm:cxn modelId="{C1DFD231-B7CC-43ED-B060-A2FE7E4CBCE4}" type="presParOf" srcId="{6D6D5B70-F695-44AF-B794-A60798EB92B8}" destId="{00C15D45-A2FF-441E-82DC-AA041D93E916}" srcOrd="5" destOrd="0" presId="urn:microsoft.com/office/officeart/2005/8/layout/orgChart1"/>
    <dgm:cxn modelId="{95D71A6D-6B82-4B2F-A1ED-950A936C0427}" type="presParOf" srcId="{00C15D45-A2FF-441E-82DC-AA041D93E916}" destId="{4A9415E3-FD8B-409D-9E5B-FC8948A5CF0A}" srcOrd="0" destOrd="0" presId="urn:microsoft.com/office/officeart/2005/8/layout/orgChart1"/>
    <dgm:cxn modelId="{058F271A-68AA-48A5-A86B-653560C3414D}" type="presParOf" srcId="{4A9415E3-FD8B-409D-9E5B-FC8948A5CF0A}" destId="{295F033C-0E22-4671-89CE-5174EDF7AA52}" srcOrd="0" destOrd="0" presId="urn:microsoft.com/office/officeart/2005/8/layout/orgChart1"/>
    <dgm:cxn modelId="{FE2F2A0E-919A-40F4-A8C9-8C10E6BC19E5}" type="presParOf" srcId="{4A9415E3-FD8B-409D-9E5B-FC8948A5CF0A}" destId="{6F36B798-9A41-467E-8427-7FC5EEB9EADD}" srcOrd="1" destOrd="0" presId="urn:microsoft.com/office/officeart/2005/8/layout/orgChart1"/>
    <dgm:cxn modelId="{5BD6196A-9145-4B87-86D5-852676A1E3C2}" type="presParOf" srcId="{00C15D45-A2FF-441E-82DC-AA041D93E916}" destId="{1ED515B6-6A31-4BB2-B526-CB8BF9ABA257}" srcOrd="1" destOrd="0" presId="urn:microsoft.com/office/officeart/2005/8/layout/orgChart1"/>
    <dgm:cxn modelId="{F37B41CC-8EAB-40B1-927F-CF3ACD769E8B}" type="presParOf" srcId="{00C15D45-A2FF-441E-82DC-AA041D93E916}" destId="{82F5D185-A250-4437-8224-0460532FEBB4}" srcOrd="2" destOrd="0" presId="urn:microsoft.com/office/officeart/2005/8/layout/orgChart1"/>
    <dgm:cxn modelId="{59D66E0E-9DD8-4E96-8D2C-DDFF548D6E7B}" type="presParOf" srcId="{008AFE98-364F-496A-9916-A60019E1EAD9}" destId="{D268F744-89BD-46AD-BA0E-BBD9CE562985}" srcOrd="2" destOrd="0" presId="urn:microsoft.com/office/officeart/2005/8/layout/orgChart1"/>
    <dgm:cxn modelId="{FB4BA0EE-7FE8-4869-BBD0-6F9C9216762B}" type="presParOf" srcId="{1D59D748-F8A6-4F3D-A1DF-8DA11564974C}" destId="{24BBAF03-0B2D-4B64-B3D8-8C782D60142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2E8D84-E151-412D-A1C7-B043A4791AB3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99265C-C236-4FE1-9671-F9AC981D26AC}">
      <dgm:prSet phldrT="[Text]" phldr="0"/>
      <dgm:spPr>
        <a:solidFill>
          <a:srgbClr val="66C5D2"/>
        </a:solidFill>
      </dgm:spPr>
      <dgm:t>
        <a:bodyPr/>
        <a:lstStyle/>
        <a:p>
          <a:r>
            <a:rPr lang="en-US" dirty="0"/>
            <a:t>Digitalisation </a:t>
          </a:r>
        </a:p>
      </dgm:t>
    </dgm:pt>
    <dgm:pt modelId="{D69F551A-AB2E-4747-A37C-85D183262F66}" type="parTrans" cxnId="{63270190-EEA9-40AC-92E9-C66E4A170C25}">
      <dgm:prSet/>
      <dgm:spPr/>
      <dgm:t>
        <a:bodyPr/>
        <a:lstStyle/>
        <a:p>
          <a:endParaRPr lang="en-US"/>
        </a:p>
      </dgm:t>
    </dgm:pt>
    <dgm:pt modelId="{03320436-BD7A-4684-BF51-B1F8A8E52156}" type="sibTrans" cxnId="{63270190-EEA9-40AC-92E9-C66E4A170C25}">
      <dgm:prSet/>
      <dgm:spPr/>
      <dgm:t>
        <a:bodyPr/>
        <a:lstStyle/>
        <a:p>
          <a:endParaRPr lang="en-US"/>
        </a:p>
      </dgm:t>
    </dgm:pt>
    <dgm:pt modelId="{34CA2BF2-87D0-4248-A795-1F86A6073655}">
      <dgm:prSet phldrT="[Text]" phldr="0"/>
      <dgm:spPr>
        <a:solidFill>
          <a:srgbClr val="92D050"/>
        </a:solidFill>
      </dgm:spPr>
      <dgm:t>
        <a:bodyPr/>
        <a:lstStyle/>
        <a:p>
          <a:r>
            <a:rPr lang="en-US" dirty="0"/>
            <a:t>Sustainability </a:t>
          </a:r>
        </a:p>
      </dgm:t>
    </dgm:pt>
    <dgm:pt modelId="{64F5F1EA-DFD0-498E-A726-B68318D64C8A}" type="parTrans" cxnId="{F525659C-239C-41E2-8819-0A909C9FACD9}">
      <dgm:prSet/>
      <dgm:spPr/>
      <dgm:t>
        <a:bodyPr/>
        <a:lstStyle/>
        <a:p>
          <a:endParaRPr lang="en-US"/>
        </a:p>
      </dgm:t>
    </dgm:pt>
    <dgm:pt modelId="{8F21A381-28AB-4104-9E18-377EE957EDFE}" type="sibTrans" cxnId="{F525659C-239C-41E2-8819-0A909C9FACD9}">
      <dgm:prSet/>
      <dgm:spPr/>
      <dgm:t>
        <a:bodyPr/>
        <a:lstStyle/>
        <a:p>
          <a:endParaRPr lang="en-US"/>
        </a:p>
      </dgm:t>
    </dgm:pt>
    <dgm:pt modelId="{A940B56E-E5E8-480F-934E-B6EBA253DB43}">
      <dgm:prSet/>
      <dgm:spPr/>
      <dgm:t>
        <a:bodyPr/>
        <a:lstStyle/>
        <a:p>
          <a:r>
            <a:rPr lang="en-US" dirty="0"/>
            <a:t>People Excellence </a:t>
          </a:r>
        </a:p>
      </dgm:t>
    </dgm:pt>
    <dgm:pt modelId="{DBAA7C45-1490-45A8-8543-D22DF3EB34F6}" type="parTrans" cxnId="{F1E7B2D4-6BBD-4737-BF14-E808F1BAE014}">
      <dgm:prSet/>
      <dgm:spPr/>
      <dgm:t>
        <a:bodyPr/>
        <a:lstStyle/>
        <a:p>
          <a:endParaRPr lang="en-US"/>
        </a:p>
      </dgm:t>
    </dgm:pt>
    <dgm:pt modelId="{7ED39995-5CCC-427A-A95C-B0C4E3E2318F}" type="sibTrans" cxnId="{F1E7B2D4-6BBD-4737-BF14-E808F1BAE014}">
      <dgm:prSet/>
      <dgm:spPr/>
      <dgm:t>
        <a:bodyPr/>
        <a:lstStyle/>
        <a:p>
          <a:endParaRPr lang="en-US"/>
        </a:p>
      </dgm:t>
    </dgm:pt>
    <dgm:pt modelId="{69EAFFA4-AEE1-4289-B1B2-985EE359A033}" type="pres">
      <dgm:prSet presAssocID="{BF2E8D84-E151-412D-A1C7-B043A4791AB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71357D4-28BC-4EDE-94E4-060C22BCB701}" type="pres">
      <dgm:prSet presAssocID="{EA99265C-C236-4FE1-9671-F9AC981D26AC}" presName="root" presStyleCnt="0"/>
      <dgm:spPr/>
    </dgm:pt>
    <dgm:pt modelId="{29C89129-B05A-4B7F-AEFA-0C2D251EC6D4}" type="pres">
      <dgm:prSet presAssocID="{EA99265C-C236-4FE1-9671-F9AC981D26AC}" presName="rootComposite" presStyleCnt="0"/>
      <dgm:spPr/>
    </dgm:pt>
    <dgm:pt modelId="{545B50F6-1595-4420-BC61-B3D27F4D4EF1}" type="pres">
      <dgm:prSet presAssocID="{EA99265C-C236-4FE1-9671-F9AC981D26AC}" presName="rootText" presStyleLbl="node1" presStyleIdx="0" presStyleCnt="3"/>
      <dgm:spPr/>
    </dgm:pt>
    <dgm:pt modelId="{B4ADB9BD-3E91-4834-91C0-02D6BDA8DB74}" type="pres">
      <dgm:prSet presAssocID="{EA99265C-C236-4FE1-9671-F9AC981D26AC}" presName="rootConnector" presStyleLbl="node1" presStyleIdx="0" presStyleCnt="3"/>
      <dgm:spPr/>
    </dgm:pt>
    <dgm:pt modelId="{4BFC16C0-9757-45BE-8D0E-EE6D83C64219}" type="pres">
      <dgm:prSet presAssocID="{EA99265C-C236-4FE1-9671-F9AC981D26AC}" presName="childShape" presStyleCnt="0"/>
      <dgm:spPr/>
    </dgm:pt>
    <dgm:pt modelId="{AA214BF1-CF7C-414F-A844-775E0F5C22BE}" type="pres">
      <dgm:prSet presAssocID="{A940B56E-E5E8-480F-934E-B6EBA253DB43}" presName="root" presStyleCnt="0"/>
      <dgm:spPr/>
    </dgm:pt>
    <dgm:pt modelId="{E44B5028-94EE-4B75-B90E-45541943CF9E}" type="pres">
      <dgm:prSet presAssocID="{A940B56E-E5E8-480F-934E-B6EBA253DB43}" presName="rootComposite" presStyleCnt="0"/>
      <dgm:spPr/>
    </dgm:pt>
    <dgm:pt modelId="{6958DFFB-CC4E-4379-B54B-40D66985855F}" type="pres">
      <dgm:prSet presAssocID="{A940B56E-E5E8-480F-934E-B6EBA253DB43}" presName="rootText" presStyleLbl="node1" presStyleIdx="1" presStyleCnt="3"/>
      <dgm:spPr/>
    </dgm:pt>
    <dgm:pt modelId="{7F4A4FED-2743-4DC1-8542-FEE9D79F2F42}" type="pres">
      <dgm:prSet presAssocID="{A940B56E-E5E8-480F-934E-B6EBA253DB43}" presName="rootConnector" presStyleLbl="node1" presStyleIdx="1" presStyleCnt="3"/>
      <dgm:spPr/>
    </dgm:pt>
    <dgm:pt modelId="{EA2C4F0D-DCAC-4C0A-B81A-735B5ACC7733}" type="pres">
      <dgm:prSet presAssocID="{A940B56E-E5E8-480F-934E-B6EBA253DB43}" presName="childShape" presStyleCnt="0"/>
      <dgm:spPr/>
    </dgm:pt>
    <dgm:pt modelId="{2476AE85-B306-4975-9EBE-B1211D78D475}" type="pres">
      <dgm:prSet presAssocID="{34CA2BF2-87D0-4248-A795-1F86A6073655}" presName="root" presStyleCnt="0"/>
      <dgm:spPr/>
    </dgm:pt>
    <dgm:pt modelId="{E1355612-0E55-4281-B958-1E35AA549932}" type="pres">
      <dgm:prSet presAssocID="{34CA2BF2-87D0-4248-A795-1F86A6073655}" presName="rootComposite" presStyleCnt="0"/>
      <dgm:spPr/>
    </dgm:pt>
    <dgm:pt modelId="{C9392D62-6B0F-4D4E-9FBF-2016DE3B51EE}" type="pres">
      <dgm:prSet presAssocID="{34CA2BF2-87D0-4248-A795-1F86A6073655}" presName="rootText" presStyleLbl="node1" presStyleIdx="2" presStyleCnt="3"/>
      <dgm:spPr/>
    </dgm:pt>
    <dgm:pt modelId="{3DDD025C-C997-4707-AAC0-B99616B30DD7}" type="pres">
      <dgm:prSet presAssocID="{34CA2BF2-87D0-4248-A795-1F86A6073655}" presName="rootConnector" presStyleLbl="node1" presStyleIdx="2" presStyleCnt="3"/>
      <dgm:spPr/>
    </dgm:pt>
    <dgm:pt modelId="{1AC07B64-A848-4C87-B6D0-547EA1A0E398}" type="pres">
      <dgm:prSet presAssocID="{34CA2BF2-87D0-4248-A795-1F86A6073655}" presName="childShape" presStyleCnt="0"/>
      <dgm:spPr/>
    </dgm:pt>
  </dgm:ptLst>
  <dgm:cxnLst>
    <dgm:cxn modelId="{6C619D2D-809C-4DBA-8D0A-8AFC23F0E97B}" type="presOf" srcId="{A940B56E-E5E8-480F-934E-B6EBA253DB43}" destId="{6958DFFB-CC4E-4379-B54B-40D66985855F}" srcOrd="0" destOrd="0" presId="urn:microsoft.com/office/officeart/2005/8/layout/hierarchy3"/>
    <dgm:cxn modelId="{FD1F9830-2213-40F5-8C08-32BB4D71BE82}" type="presOf" srcId="{A940B56E-E5E8-480F-934E-B6EBA253DB43}" destId="{7F4A4FED-2743-4DC1-8542-FEE9D79F2F42}" srcOrd="1" destOrd="0" presId="urn:microsoft.com/office/officeart/2005/8/layout/hierarchy3"/>
    <dgm:cxn modelId="{7E8C9B31-6369-4384-843E-71FC2AD88DBD}" type="presOf" srcId="{EA99265C-C236-4FE1-9671-F9AC981D26AC}" destId="{B4ADB9BD-3E91-4834-91C0-02D6BDA8DB74}" srcOrd="1" destOrd="0" presId="urn:microsoft.com/office/officeart/2005/8/layout/hierarchy3"/>
    <dgm:cxn modelId="{9B19208E-1DAB-4108-BC88-BB66B7624BF9}" type="presOf" srcId="{34CA2BF2-87D0-4248-A795-1F86A6073655}" destId="{C9392D62-6B0F-4D4E-9FBF-2016DE3B51EE}" srcOrd="0" destOrd="0" presId="urn:microsoft.com/office/officeart/2005/8/layout/hierarchy3"/>
    <dgm:cxn modelId="{63270190-EEA9-40AC-92E9-C66E4A170C25}" srcId="{BF2E8D84-E151-412D-A1C7-B043A4791AB3}" destId="{EA99265C-C236-4FE1-9671-F9AC981D26AC}" srcOrd="0" destOrd="0" parTransId="{D69F551A-AB2E-4747-A37C-85D183262F66}" sibTransId="{03320436-BD7A-4684-BF51-B1F8A8E52156}"/>
    <dgm:cxn modelId="{B8988098-0558-43DD-8E35-7E098A594DC7}" type="presOf" srcId="{EA99265C-C236-4FE1-9671-F9AC981D26AC}" destId="{545B50F6-1595-4420-BC61-B3D27F4D4EF1}" srcOrd="0" destOrd="0" presId="urn:microsoft.com/office/officeart/2005/8/layout/hierarchy3"/>
    <dgm:cxn modelId="{F525659C-239C-41E2-8819-0A909C9FACD9}" srcId="{BF2E8D84-E151-412D-A1C7-B043A4791AB3}" destId="{34CA2BF2-87D0-4248-A795-1F86A6073655}" srcOrd="2" destOrd="0" parTransId="{64F5F1EA-DFD0-498E-A726-B68318D64C8A}" sibTransId="{8F21A381-28AB-4104-9E18-377EE957EDFE}"/>
    <dgm:cxn modelId="{F1E7B2D4-6BBD-4737-BF14-E808F1BAE014}" srcId="{BF2E8D84-E151-412D-A1C7-B043A4791AB3}" destId="{A940B56E-E5E8-480F-934E-B6EBA253DB43}" srcOrd="1" destOrd="0" parTransId="{DBAA7C45-1490-45A8-8543-D22DF3EB34F6}" sibTransId="{7ED39995-5CCC-427A-A95C-B0C4E3E2318F}"/>
    <dgm:cxn modelId="{3ED73CD7-743E-45B5-A983-8CF136A2E44F}" type="presOf" srcId="{34CA2BF2-87D0-4248-A795-1F86A6073655}" destId="{3DDD025C-C997-4707-AAC0-B99616B30DD7}" srcOrd="1" destOrd="0" presId="urn:microsoft.com/office/officeart/2005/8/layout/hierarchy3"/>
    <dgm:cxn modelId="{9186ABF1-4CF2-4F40-A839-61715CEEDB09}" type="presOf" srcId="{BF2E8D84-E151-412D-A1C7-B043A4791AB3}" destId="{69EAFFA4-AEE1-4289-B1B2-985EE359A033}" srcOrd="0" destOrd="0" presId="urn:microsoft.com/office/officeart/2005/8/layout/hierarchy3"/>
    <dgm:cxn modelId="{8D499300-CEBB-4169-BCC3-A343653DEFE3}" type="presParOf" srcId="{69EAFFA4-AEE1-4289-B1B2-985EE359A033}" destId="{A71357D4-28BC-4EDE-94E4-060C22BCB701}" srcOrd="0" destOrd="0" presId="urn:microsoft.com/office/officeart/2005/8/layout/hierarchy3"/>
    <dgm:cxn modelId="{65F4A31B-BA7F-489A-9843-8EBBB18D8E51}" type="presParOf" srcId="{A71357D4-28BC-4EDE-94E4-060C22BCB701}" destId="{29C89129-B05A-4B7F-AEFA-0C2D251EC6D4}" srcOrd="0" destOrd="0" presId="urn:microsoft.com/office/officeart/2005/8/layout/hierarchy3"/>
    <dgm:cxn modelId="{177D8186-ACFA-443F-ACDE-2C866A540388}" type="presParOf" srcId="{29C89129-B05A-4B7F-AEFA-0C2D251EC6D4}" destId="{545B50F6-1595-4420-BC61-B3D27F4D4EF1}" srcOrd="0" destOrd="0" presId="urn:microsoft.com/office/officeart/2005/8/layout/hierarchy3"/>
    <dgm:cxn modelId="{069E3615-F779-40E2-94EE-1A635A964C55}" type="presParOf" srcId="{29C89129-B05A-4B7F-AEFA-0C2D251EC6D4}" destId="{B4ADB9BD-3E91-4834-91C0-02D6BDA8DB74}" srcOrd="1" destOrd="0" presId="urn:microsoft.com/office/officeart/2005/8/layout/hierarchy3"/>
    <dgm:cxn modelId="{1374313F-1D48-4356-AB53-E50D191BAE13}" type="presParOf" srcId="{A71357D4-28BC-4EDE-94E4-060C22BCB701}" destId="{4BFC16C0-9757-45BE-8D0E-EE6D83C64219}" srcOrd="1" destOrd="0" presId="urn:microsoft.com/office/officeart/2005/8/layout/hierarchy3"/>
    <dgm:cxn modelId="{35186AC4-B9FD-4C1A-8ADF-9C379A062D29}" type="presParOf" srcId="{69EAFFA4-AEE1-4289-B1B2-985EE359A033}" destId="{AA214BF1-CF7C-414F-A844-775E0F5C22BE}" srcOrd="1" destOrd="0" presId="urn:microsoft.com/office/officeart/2005/8/layout/hierarchy3"/>
    <dgm:cxn modelId="{17E2D908-6ED6-4F1C-B7BB-DDA875AA2ED7}" type="presParOf" srcId="{AA214BF1-CF7C-414F-A844-775E0F5C22BE}" destId="{E44B5028-94EE-4B75-B90E-45541943CF9E}" srcOrd="0" destOrd="0" presId="urn:microsoft.com/office/officeart/2005/8/layout/hierarchy3"/>
    <dgm:cxn modelId="{F53BB6DC-33EF-48C2-84F9-D5EF51D452B6}" type="presParOf" srcId="{E44B5028-94EE-4B75-B90E-45541943CF9E}" destId="{6958DFFB-CC4E-4379-B54B-40D66985855F}" srcOrd="0" destOrd="0" presId="urn:microsoft.com/office/officeart/2005/8/layout/hierarchy3"/>
    <dgm:cxn modelId="{729F443E-27B9-49A5-8E42-DB519A3CB8DA}" type="presParOf" srcId="{E44B5028-94EE-4B75-B90E-45541943CF9E}" destId="{7F4A4FED-2743-4DC1-8542-FEE9D79F2F42}" srcOrd="1" destOrd="0" presId="urn:microsoft.com/office/officeart/2005/8/layout/hierarchy3"/>
    <dgm:cxn modelId="{191AAED5-CC9A-40F5-9405-1A4E26FABBC9}" type="presParOf" srcId="{AA214BF1-CF7C-414F-A844-775E0F5C22BE}" destId="{EA2C4F0D-DCAC-4C0A-B81A-735B5ACC7733}" srcOrd="1" destOrd="0" presId="urn:microsoft.com/office/officeart/2005/8/layout/hierarchy3"/>
    <dgm:cxn modelId="{8291DAEF-7FE8-4D44-BC29-EF00C8DD5CE0}" type="presParOf" srcId="{69EAFFA4-AEE1-4289-B1B2-985EE359A033}" destId="{2476AE85-B306-4975-9EBE-B1211D78D475}" srcOrd="2" destOrd="0" presId="urn:microsoft.com/office/officeart/2005/8/layout/hierarchy3"/>
    <dgm:cxn modelId="{7F8D5E30-95E4-4F7B-B15B-9EDBA9F3D619}" type="presParOf" srcId="{2476AE85-B306-4975-9EBE-B1211D78D475}" destId="{E1355612-0E55-4281-B958-1E35AA549932}" srcOrd="0" destOrd="0" presId="urn:microsoft.com/office/officeart/2005/8/layout/hierarchy3"/>
    <dgm:cxn modelId="{893E2BD7-F71A-4359-997F-3BB10772E76E}" type="presParOf" srcId="{E1355612-0E55-4281-B958-1E35AA549932}" destId="{C9392D62-6B0F-4D4E-9FBF-2016DE3B51EE}" srcOrd="0" destOrd="0" presId="urn:microsoft.com/office/officeart/2005/8/layout/hierarchy3"/>
    <dgm:cxn modelId="{43BCA05C-D1EC-4A31-B3DC-1451F2A85700}" type="presParOf" srcId="{E1355612-0E55-4281-B958-1E35AA549932}" destId="{3DDD025C-C997-4707-AAC0-B99616B30DD7}" srcOrd="1" destOrd="0" presId="urn:microsoft.com/office/officeart/2005/8/layout/hierarchy3"/>
    <dgm:cxn modelId="{A012F007-9C70-468B-B8B3-697477C8BEAC}" type="presParOf" srcId="{2476AE85-B306-4975-9EBE-B1211D78D475}" destId="{1AC07B64-A848-4C87-B6D0-547EA1A0E398}" srcOrd="1" destOrd="0" presId="urn:microsoft.com/office/officeart/2005/8/layout/hierarchy3"/>
  </dgm:cxnLst>
  <dgm:bg>
    <a:noFill/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572859-A7F0-492D-BFF3-2FC9B8C3EB60}">
      <dsp:nvSpPr>
        <dsp:cNvPr id="0" name=""/>
        <dsp:cNvSpPr/>
      </dsp:nvSpPr>
      <dsp:spPr>
        <a:xfrm>
          <a:off x="10185331" y="2118453"/>
          <a:ext cx="207565" cy="26014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1481"/>
              </a:lnTo>
              <a:lnTo>
                <a:pt x="207565" y="260148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1584C3-40A5-401C-8A1D-9C1E03DC9760}">
      <dsp:nvSpPr>
        <dsp:cNvPr id="0" name=""/>
        <dsp:cNvSpPr/>
      </dsp:nvSpPr>
      <dsp:spPr>
        <a:xfrm>
          <a:off x="10185331" y="2118453"/>
          <a:ext cx="207565" cy="1619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9007"/>
              </a:lnTo>
              <a:lnTo>
                <a:pt x="207565" y="16190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A97CDC-A31F-4072-9608-168E712C2C20}">
      <dsp:nvSpPr>
        <dsp:cNvPr id="0" name=""/>
        <dsp:cNvSpPr/>
      </dsp:nvSpPr>
      <dsp:spPr>
        <a:xfrm>
          <a:off x="10185331" y="2118453"/>
          <a:ext cx="207565" cy="636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6532"/>
              </a:lnTo>
              <a:lnTo>
                <a:pt x="207565" y="6365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43736D-28CC-4B8F-B55D-54A2EE3E5C19}">
      <dsp:nvSpPr>
        <dsp:cNvPr id="0" name=""/>
        <dsp:cNvSpPr/>
      </dsp:nvSpPr>
      <dsp:spPr>
        <a:xfrm>
          <a:off x="5715765" y="1135978"/>
          <a:ext cx="5023073" cy="290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295"/>
              </a:lnTo>
              <a:lnTo>
                <a:pt x="5023073" y="145295"/>
              </a:lnTo>
              <a:lnTo>
                <a:pt x="5023073" y="2905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65FE1-B6C7-4503-BEB4-834851720749}">
      <dsp:nvSpPr>
        <dsp:cNvPr id="0" name=""/>
        <dsp:cNvSpPr/>
      </dsp:nvSpPr>
      <dsp:spPr>
        <a:xfrm>
          <a:off x="5715765" y="1135978"/>
          <a:ext cx="3348715" cy="290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295"/>
              </a:lnTo>
              <a:lnTo>
                <a:pt x="3348715" y="145295"/>
              </a:lnTo>
              <a:lnTo>
                <a:pt x="3348715" y="2905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DA3940-10B1-4A63-80F6-4495CE786BEA}">
      <dsp:nvSpPr>
        <dsp:cNvPr id="0" name=""/>
        <dsp:cNvSpPr/>
      </dsp:nvSpPr>
      <dsp:spPr>
        <a:xfrm>
          <a:off x="5715765" y="1135978"/>
          <a:ext cx="1674357" cy="290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295"/>
              </a:lnTo>
              <a:lnTo>
                <a:pt x="1674357" y="145295"/>
              </a:lnTo>
              <a:lnTo>
                <a:pt x="1674357" y="2905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23362F-F9CA-4574-ABAE-D8103677C65F}">
      <dsp:nvSpPr>
        <dsp:cNvPr id="0" name=""/>
        <dsp:cNvSpPr/>
      </dsp:nvSpPr>
      <dsp:spPr>
        <a:xfrm>
          <a:off x="5670045" y="1135978"/>
          <a:ext cx="91440" cy="2905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05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6074B7-E07E-400A-B6EC-02D1F7103FB0}">
      <dsp:nvSpPr>
        <dsp:cNvPr id="0" name=""/>
        <dsp:cNvSpPr/>
      </dsp:nvSpPr>
      <dsp:spPr>
        <a:xfrm>
          <a:off x="3487900" y="2118453"/>
          <a:ext cx="207565" cy="1619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9007"/>
              </a:lnTo>
              <a:lnTo>
                <a:pt x="207565" y="16190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69919F-C8EB-464C-ABEE-9D747A5269BE}">
      <dsp:nvSpPr>
        <dsp:cNvPr id="0" name=""/>
        <dsp:cNvSpPr/>
      </dsp:nvSpPr>
      <dsp:spPr>
        <a:xfrm>
          <a:off x="3487900" y="2118453"/>
          <a:ext cx="207565" cy="636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6532"/>
              </a:lnTo>
              <a:lnTo>
                <a:pt x="207565" y="6365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AA36BD-A972-4B85-89DB-E15674F8EF2B}">
      <dsp:nvSpPr>
        <dsp:cNvPr id="0" name=""/>
        <dsp:cNvSpPr/>
      </dsp:nvSpPr>
      <dsp:spPr>
        <a:xfrm>
          <a:off x="4041407" y="1135978"/>
          <a:ext cx="1674357" cy="290591"/>
        </a:xfrm>
        <a:custGeom>
          <a:avLst/>
          <a:gdLst/>
          <a:ahLst/>
          <a:cxnLst/>
          <a:rect l="0" t="0" r="0" b="0"/>
          <a:pathLst>
            <a:path>
              <a:moveTo>
                <a:pt x="1674357" y="0"/>
              </a:moveTo>
              <a:lnTo>
                <a:pt x="1674357" y="145295"/>
              </a:lnTo>
              <a:lnTo>
                <a:pt x="0" y="145295"/>
              </a:lnTo>
              <a:lnTo>
                <a:pt x="0" y="2905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535A92-5C54-43EA-BEA2-CE530D96C0A7}">
      <dsp:nvSpPr>
        <dsp:cNvPr id="0" name=""/>
        <dsp:cNvSpPr/>
      </dsp:nvSpPr>
      <dsp:spPr>
        <a:xfrm>
          <a:off x="1813543" y="2118453"/>
          <a:ext cx="207565" cy="26014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1481"/>
              </a:lnTo>
              <a:lnTo>
                <a:pt x="207565" y="260148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B95154-8D63-4472-A1DC-358F0E7E4B2D}">
      <dsp:nvSpPr>
        <dsp:cNvPr id="0" name=""/>
        <dsp:cNvSpPr/>
      </dsp:nvSpPr>
      <dsp:spPr>
        <a:xfrm>
          <a:off x="1813543" y="2118453"/>
          <a:ext cx="207565" cy="1619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9007"/>
              </a:lnTo>
              <a:lnTo>
                <a:pt x="207565" y="16190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FED496-F4C1-4E42-9C6F-69548C0B5139}">
      <dsp:nvSpPr>
        <dsp:cNvPr id="0" name=""/>
        <dsp:cNvSpPr/>
      </dsp:nvSpPr>
      <dsp:spPr>
        <a:xfrm>
          <a:off x="1813543" y="2118453"/>
          <a:ext cx="207565" cy="636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6532"/>
              </a:lnTo>
              <a:lnTo>
                <a:pt x="207565" y="6365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77770B-C589-45E2-B0E9-24F03AEE49EA}">
      <dsp:nvSpPr>
        <dsp:cNvPr id="0" name=""/>
        <dsp:cNvSpPr/>
      </dsp:nvSpPr>
      <dsp:spPr>
        <a:xfrm>
          <a:off x="2367049" y="1135978"/>
          <a:ext cx="3348715" cy="290591"/>
        </a:xfrm>
        <a:custGeom>
          <a:avLst/>
          <a:gdLst/>
          <a:ahLst/>
          <a:cxnLst/>
          <a:rect l="0" t="0" r="0" b="0"/>
          <a:pathLst>
            <a:path>
              <a:moveTo>
                <a:pt x="3348715" y="0"/>
              </a:moveTo>
              <a:lnTo>
                <a:pt x="3348715" y="145295"/>
              </a:lnTo>
              <a:lnTo>
                <a:pt x="0" y="145295"/>
              </a:lnTo>
              <a:lnTo>
                <a:pt x="0" y="2905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7BE6A0-177A-4869-B071-D1EEAA0030CF}">
      <dsp:nvSpPr>
        <dsp:cNvPr id="0" name=""/>
        <dsp:cNvSpPr/>
      </dsp:nvSpPr>
      <dsp:spPr>
        <a:xfrm>
          <a:off x="139185" y="2118453"/>
          <a:ext cx="207565" cy="26014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1481"/>
              </a:lnTo>
              <a:lnTo>
                <a:pt x="207565" y="260148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8086F4-64C8-4813-B6EE-4078E705A74B}">
      <dsp:nvSpPr>
        <dsp:cNvPr id="0" name=""/>
        <dsp:cNvSpPr/>
      </dsp:nvSpPr>
      <dsp:spPr>
        <a:xfrm>
          <a:off x="139185" y="2118453"/>
          <a:ext cx="207565" cy="1619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9007"/>
              </a:lnTo>
              <a:lnTo>
                <a:pt x="207565" y="16190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7F85B8-71BD-4BBB-A127-EBCA5AD7D31B}">
      <dsp:nvSpPr>
        <dsp:cNvPr id="0" name=""/>
        <dsp:cNvSpPr/>
      </dsp:nvSpPr>
      <dsp:spPr>
        <a:xfrm>
          <a:off x="139185" y="2118453"/>
          <a:ext cx="207565" cy="636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6532"/>
              </a:lnTo>
              <a:lnTo>
                <a:pt x="207565" y="6365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746CA3-4A8F-46C1-A718-9B37A851180C}">
      <dsp:nvSpPr>
        <dsp:cNvPr id="0" name=""/>
        <dsp:cNvSpPr/>
      </dsp:nvSpPr>
      <dsp:spPr>
        <a:xfrm>
          <a:off x="692692" y="1135978"/>
          <a:ext cx="5023073" cy="290591"/>
        </a:xfrm>
        <a:custGeom>
          <a:avLst/>
          <a:gdLst/>
          <a:ahLst/>
          <a:cxnLst/>
          <a:rect l="0" t="0" r="0" b="0"/>
          <a:pathLst>
            <a:path>
              <a:moveTo>
                <a:pt x="5023073" y="0"/>
              </a:moveTo>
              <a:lnTo>
                <a:pt x="5023073" y="145295"/>
              </a:lnTo>
              <a:lnTo>
                <a:pt x="0" y="145295"/>
              </a:lnTo>
              <a:lnTo>
                <a:pt x="0" y="2905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2C9E41-0AEE-421B-9AD8-17C6F44CE93C}">
      <dsp:nvSpPr>
        <dsp:cNvPr id="0" name=""/>
        <dsp:cNvSpPr/>
      </dsp:nvSpPr>
      <dsp:spPr>
        <a:xfrm>
          <a:off x="4360718" y="444095"/>
          <a:ext cx="2710093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Learning &amp; Development </a:t>
          </a:r>
        </a:p>
      </dsp:txBody>
      <dsp:txXfrm>
        <a:off x="4360718" y="444095"/>
        <a:ext cx="2710093" cy="691883"/>
      </dsp:txXfrm>
    </dsp:sp>
    <dsp:sp modelId="{30ACD03D-B006-457B-8F10-6261C7D528A5}">
      <dsp:nvSpPr>
        <dsp:cNvPr id="0" name=""/>
        <dsp:cNvSpPr/>
      </dsp:nvSpPr>
      <dsp:spPr>
        <a:xfrm>
          <a:off x="808" y="1426569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Learning Platforms </a:t>
          </a:r>
        </a:p>
      </dsp:txBody>
      <dsp:txXfrm>
        <a:off x="808" y="1426569"/>
        <a:ext cx="1383766" cy="691883"/>
      </dsp:txXfrm>
    </dsp:sp>
    <dsp:sp modelId="{736175F6-D880-4EE5-8114-CD24AFB9588C}">
      <dsp:nvSpPr>
        <dsp:cNvPr id="0" name=""/>
        <dsp:cNvSpPr/>
      </dsp:nvSpPr>
      <dsp:spPr>
        <a:xfrm>
          <a:off x="346750" y="2409044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hlinkClick xmlns:r="http://schemas.openxmlformats.org/officeDocument/2006/relationships" r:id="rId1"/>
            </a:rPr>
            <a:t>Home - Workday</a:t>
          </a:r>
          <a:endParaRPr lang="en-US" sz="1100" kern="1200"/>
        </a:p>
      </dsp:txBody>
      <dsp:txXfrm>
        <a:off x="346750" y="2409044"/>
        <a:ext cx="1383766" cy="691883"/>
      </dsp:txXfrm>
    </dsp:sp>
    <dsp:sp modelId="{8D6DE3C8-C0E8-4BEF-BEE4-05E165427CF5}">
      <dsp:nvSpPr>
        <dsp:cNvPr id="0" name=""/>
        <dsp:cNvSpPr/>
      </dsp:nvSpPr>
      <dsp:spPr>
        <a:xfrm>
          <a:off x="346750" y="3391518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hlinkClick xmlns:r="http://schemas.openxmlformats.org/officeDocument/2006/relationships" r:id="rId2"/>
            </a:rPr>
            <a:t>Coursera | Courses, Professional Certificates, and Degrees Online</a:t>
          </a:r>
          <a:endParaRPr lang="en-US" sz="1100" kern="1200"/>
        </a:p>
      </dsp:txBody>
      <dsp:txXfrm>
        <a:off x="346750" y="3391518"/>
        <a:ext cx="1383766" cy="691883"/>
      </dsp:txXfrm>
    </dsp:sp>
    <dsp:sp modelId="{A0239B6E-00C3-48D7-A0A7-6504B03A7631}">
      <dsp:nvSpPr>
        <dsp:cNvPr id="0" name=""/>
        <dsp:cNvSpPr/>
      </dsp:nvSpPr>
      <dsp:spPr>
        <a:xfrm>
          <a:off x="346750" y="4373993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hlinkClick xmlns:r="http://schemas.openxmlformats.org/officeDocument/2006/relationships" r:id="rId3"/>
            </a:rPr>
            <a:t>LinkedIn Learning: Online Courses for Creative, Technology, Business Skills</a:t>
          </a:r>
          <a:endParaRPr lang="en-US" sz="1100" kern="1200"/>
        </a:p>
      </dsp:txBody>
      <dsp:txXfrm>
        <a:off x="346750" y="4373993"/>
        <a:ext cx="1383766" cy="691883"/>
      </dsp:txXfrm>
    </dsp:sp>
    <dsp:sp modelId="{2DE43CFE-4FB5-4C99-BE89-B55C755FEFD0}">
      <dsp:nvSpPr>
        <dsp:cNvPr id="0" name=""/>
        <dsp:cNvSpPr/>
      </dsp:nvSpPr>
      <dsp:spPr>
        <a:xfrm>
          <a:off x="1675166" y="1426569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L&amp;D Resources </a:t>
          </a:r>
        </a:p>
      </dsp:txBody>
      <dsp:txXfrm>
        <a:off x="1675166" y="1426569"/>
        <a:ext cx="1383766" cy="691883"/>
      </dsp:txXfrm>
    </dsp:sp>
    <dsp:sp modelId="{4FBE374B-8204-4E3C-9037-BE2550F8A87E}">
      <dsp:nvSpPr>
        <dsp:cNvPr id="0" name=""/>
        <dsp:cNvSpPr/>
      </dsp:nvSpPr>
      <dsp:spPr>
        <a:xfrm>
          <a:off x="2021108" y="2409044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Group Learning and Development</a:t>
          </a:r>
          <a:endParaRPr lang="en-US" sz="1100" b="0" kern="1200" dirty="0"/>
        </a:p>
      </dsp:txBody>
      <dsp:txXfrm>
        <a:off x="2021108" y="2409044"/>
        <a:ext cx="1383766" cy="691883"/>
      </dsp:txXfrm>
    </dsp:sp>
    <dsp:sp modelId="{1402A6D7-581C-4122-A46A-AAE11E57D1B8}">
      <dsp:nvSpPr>
        <dsp:cNvPr id="0" name=""/>
        <dsp:cNvSpPr/>
      </dsp:nvSpPr>
      <dsp:spPr>
        <a:xfrm>
          <a:off x="2021108" y="3391518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Business Learning and Development</a:t>
          </a:r>
        </a:p>
      </dsp:txBody>
      <dsp:txXfrm>
        <a:off x="2021108" y="3391518"/>
        <a:ext cx="1383766" cy="691883"/>
      </dsp:txXfrm>
    </dsp:sp>
    <dsp:sp modelId="{F75C6AC0-BAB6-4F28-8EE1-FC5A8353A5F1}">
      <dsp:nvSpPr>
        <dsp:cNvPr id="0" name=""/>
        <dsp:cNvSpPr/>
      </dsp:nvSpPr>
      <dsp:spPr>
        <a:xfrm>
          <a:off x="2021108" y="4373993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Functional Learning and Development </a:t>
          </a:r>
        </a:p>
      </dsp:txBody>
      <dsp:txXfrm>
        <a:off x="2021108" y="4373993"/>
        <a:ext cx="1383766" cy="691883"/>
      </dsp:txXfrm>
    </dsp:sp>
    <dsp:sp modelId="{8D6360A2-DA50-4772-A97B-82486AA762D9}">
      <dsp:nvSpPr>
        <dsp:cNvPr id="0" name=""/>
        <dsp:cNvSpPr/>
      </dsp:nvSpPr>
      <dsp:spPr>
        <a:xfrm>
          <a:off x="3349524" y="1426569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Leaders Corner </a:t>
          </a:r>
        </a:p>
      </dsp:txBody>
      <dsp:txXfrm>
        <a:off x="3349524" y="1426569"/>
        <a:ext cx="1383766" cy="691883"/>
      </dsp:txXfrm>
    </dsp:sp>
    <dsp:sp modelId="{517CC827-ACBE-46AD-AB11-17F8EA1B8932}">
      <dsp:nvSpPr>
        <dsp:cNvPr id="0" name=""/>
        <dsp:cNvSpPr/>
      </dsp:nvSpPr>
      <dsp:spPr>
        <a:xfrm>
          <a:off x="3695465" y="2409044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hlinkClick xmlns:r="http://schemas.openxmlformats.org/officeDocument/2006/relationships" r:id="rId4"/>
            </a:rPr>
            <a:t>Becoming a Line manager</a:t>
          </a:r>
          <a:endParaRPr lang="en-US" sz="1400" kern="1200"/>
        </a:p>
      </dsp:txBody>
      <dsp:txXfrm>
        <a:off x="3695465" y="2409044"/>
        <a:ext cx="1383766" cy="691883"/>
      </dsp:txXfrm>
    </dsp:sp>
    <dsp:sp modelId="{2C380163-888B-462B-AE0F-BF3BA0EC92D9}">
      <dsp:nvSpPr>
        <dsp:cNvPr id="0" name=""/>
        <dsp:cNvSpPr/>
      </dsp:nvSpPr>
      <dsp:spPr>
        <a:xfrm>
          <a:off x="3695465" y="3391518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hlinkClick xmlns:r="http://schemas.openxmlformats.org/officeDocument/2006/relationships" r:id="rId5"/>
            </a:rPr>
            <a:t>Line Leader Toolkit for Goal Setting.pptx</a:t>
          </a:r>
          <a:endParaRPr lang="en-US" sz="1200" kern="1200"/>
        </a:p>
      </dsp:txBody>
      <dsp:txXfrm>
        <a:off x="3695465" y="3391518"/>
        <a:ext cx="1383766" cy="691883"/>
      </dsp:txXfrm>
    </dsp:sp>
    <dsp:sp modelId="{46D18DE4-F98A-4BF8-B162-6FAC3EA0F976}">
      <dsp:nvSpPr>
        <dsp:cNvPr id="0" name=""/>
        <dsp:cNvSpPr/>
      </dsp:nvSpPr>
      <dsp:spPr>
        <a:xfrm>
          <a:off x="5023881" y="1426569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Professional Qualifications</a:t>
          </a:r>
        </a:p>
      </dsp:txBody>
      <dsp:txXfrm>
        <a:off x="5023881" y="1426569"/>
        <a:ext cx="1383766" cy="691883"/>
      </dsp:txXfrm>
    </dsp:sp>
    <dsp:sp modelId="{7898164B-3070-4160-9745-A403FF5F47BE}">
      <dsp:nvSpPr>
        <dsp:cNvPr id="0" name=""/>
        <dsp:cNvSpPr/>
      </dsp:nvSpPr>
      <dsp:spPr>
        <a:xfrm>
          <a:off x="6698239" y="1426569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Competencies Repository </a:t>
          </a:r>
        </a:p>
      </dsp:txBody>
      <dsp:txXfrm>
        <a:off x="6698239" y="1426569"/>
        <a:ext cx="1383766" cy="691883"/>
      </dsp:txXfrm>
    </dsp:sp>
    <dsp:sp modelId="{9FAA339A-F4EB-4C70-9AC0-7729896DF595}">
      <dsp:nvSpPr>
        <dsp:cNvPr id="0" name=""/>
        <dsp:cNvSpPr/>
      </dsp:nvSpPr>
      <dsp:spPr>
        <a:xfrm>
          <a:off x="8372597" y="1426569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404040">
                  <a:hueOff val="0"/>
                  <a:satOff val="0"/>
                  <a:lumOff val="0"/>
                  <a:alphaOff val="0"/>
                </a:srgbClr>
              </a:solidFill>
              <a:latin typeface="ShellMedium"/>
              <a:ea typeface="+mn-ea"/>
              <a:cs typeface="+mn-cs"/>
            </a:rPr>
            <a:t>Winning Performance Culture </a:t>
          </a:r>
        </a:p>
      </dsp:txBody>
      <dsp:txXfrm>
        <a:off x="8372597" y="1426569"/>
        <a:ext cx="1383766" cy="691883"/>
      </dsp:txXfrm>
    </dsp:sp>
    <dsp:sp modelId="{0F854E56-2F68-4DEF-B974-5134793DD663}">
      <dsp:nvSpPr>
        <dsp:cNvPr id="0" name=""/>
        <dsp:cNvSpPr/>
      </dsp:nvSpPr>
      <dsp:spPr>
        <a:xfrm>
          <a:off x="10046954" y="1426569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2026 Learning Programmes </a:t>
          </a:r>
        </a:p>
      </dsp:txBody>
      <dsp:txXfrm>
        <a:off x="10046954" y="1426569"/>
        <a:ext cx="1383766" cy="691883"/>
      </dsp:txXfrm>
    </dsp:sp>
    <dsp:sp modelId="{E43D0595-41B2-491D-B536-2515606E93B1}">
      <dsp:nvSpPr>
        <dsp:cNvPr id="0" name=""/>
        <dsp:cNvSpPr/>
      </dsp:nvSpPr>
      <dsp:spPr>
        <a:xfrm>
          <a:off x="10392896" y="2409044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Past: People Development Week </a:t>
          </a:r>
        </a:p>
      </dsp:txBody>
      <dsp:txXfrm>
        <a:off x="10392896" y="2409044"/>
        <a:ext cx="1383766" cy="691883"/>
      </dsp:txXfrm>
    </dsp:sp>
    <dsp:sp modelId="{466D6178-926B-4DAA-9297-72C58BD4A204}">
      <dsp:nvSpPr>
        <dsp:cNvPr id="0" name=""/>
        <dsp:cNvSpPr/>
      </dsp:nvSpPr>
      <dsp:spPr>
        <a:xfrm>
          <a:off x="10392896" y="3391518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Past: LEAD for Frontline </a:t>
          </a:r>
        </a:p>
      </dsp:txBody>
      <dsp:txXfrm>
        <a:off x="10392896" y="3391518"/>
        <a:ext cx="1383766" cy="691883"/>
      </dsp:txXfrm>
    </dsp:sp>
    <dsp:sp modelId="{295F033C-0E22-4671-89CE-5174EDF7AA52}">
      <dsp:nvSpPr>
        <dsp:cNvPr id="0" name=""/>
        <dsp:cNvSpPr/>
      </dsp:nvSpPr>
      <dsp:spPr>
        <a:xfrm>
          <a:off x="10392896" y="4373993"/>
          <a:ext cx="1383766" cy="6918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Itqan </a:t>
          </a:r>
        </a:p>
      </dsp:txBody>
      <dsp:txXfrm>
        <a:off x="10392896" y="4373993"/>
        <a:ext cx="1383766" cy="6918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B50F6-1595-4420-BC61-B3D27F4D4EF1}">
      <dsp:nvSpPr>
        <dsp:cNvPr id="0" name=""/>
        <dsp:cNvSpPr/>
      </dsp:nvSpPr>
      <dsp:spPr>
        <a:xfrm>
          <a:off x="1444" y="1993786"/>
          <a:ext cx="3380096" cy="1690048"/>
        </a:xfrm>
        <a:prstGeom prst="roundRect">
          <a:avLst>
            <a:gd name="adj" fmla="val 10000"/>
          </a:avLst>
        </a:prstGeom>
        <a:solidFill>
          <a:srgbClr val="66C5D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Digitalisation </a:t>
          </a:r>
        </a:p>
      </dsp:txBody>
      <dsp:txXfrm>
        <a:off x="50944" y="2043286"/>
        <a:ext cx="3281096" cy="1591048"/>
      </dsp:txXfrm>
    </dsp:sp>
    <dsp:sp modelId="{6958DFFB-CC4E-4379-B54B-40D66985855F}">
      <dsp:nvSpPr>
        <dsp:cNvPr id="0" name=""/>
        <dsp:cNvSpPr/>
      </dsp:nvSpPr>
      <dsp:spPr>
        <a:xfrm>
          <a:off x="4226564" y="1993786"/>
          <a:ext cx="3380096" cy="1690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People Excellence </a:t>
          </a:r>
        </a:p>
      </dsp:txBody>
      <dsp:txXfrm>
        <a:off x="4276064" y="2043286"/>
        <a:ext cx="3281096" cy="1591048"/>
      </dsp:txXfrm>
    </dsp:sp>
    <dsp:sp modelId="{C9392D62-6B0F-4D4E-9FBF-2016DE3B51EE}">
      <dsp:nvSpPr>
        <dsp:cNvPr id="0" name=""/>
        <dsp:cNvSpPr/>
      </dsp:nvSpPr>
      <dsp:spPr>
        <a:xfrm>
          <a:off x="8451684" y="1993786"/>
          <a:ext cx="3380096" cy="1690048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Sustainability </a:t>
          </a:r>
        </a:p>
      </dsp:txBody>
      <dsp:txXfrm>
        <a:off x="8501184" y="2043286"/>
        <a:ext cx="3281096" cy="15910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ShellMedium" panose="00000600000000000000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88C09-A274-4C07-9395-CBE67C0DE912}" type="datetimeFigureOut">
              <a:rPr lang="en-GB" smtClean="0">
                <a:latin typeface="ShellMedium" panose="00000600000000000000" pitchFamily="50" charset="0"/>
              </a:rPr>
              <a:pPr/>
              <a:t>11/06/2026</a:t>
            </a:fld>
            <a:endParaRPr lang="en-GB">
              <a:latin typeface="ShellMedium" panose="00000600000000000000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ShellMedium" panose="00000600000000000000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005D9-1AAC-4E6D-B9B3-BB8CB4FD9D30}" type="slidenum">
              <a:rPr lang="en-GB" smtClean="0">
                <a:latin typeface="ShellMedium" panose="00000600000000000000" pitchFamily="50" charset="0"/>
              </a:rPr>
              <a:pPr/>
              <a:t>‹#›</a:t>
            </a:fld>
            <a:endParaRPr lang="en-GB">
              <a:latin typeface="Shell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>
              <a:latin typeface="ShellMedium" panose="00000600000000000000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>
                <a:latin typeface="ShellMedium" panose="00000600000000000000" pitchFamily="50" charset="0"/>
              </a:rPr>
              <a:pPr/>
              <a:t>11/06/2026</a:t>
            </a:fld>
            <a:endParaRPr lang="en-GB">
              <a:latin typeface="ShellMedium" panose="00000600000000000000" pitchFamily="50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>
              <a:latin typeface="ShellMedium" panose="00000600000000000000" pitchFamily="50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>
              <a:latin typeface="ShellMedium" panose="00000600000000000000" pitchFamily="50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>
                <a:latin typeface="ShellMedium" panose="00000600000000000000" pitchFamily="50" charset="0"/>
              </a:rPr>
              <a:pPr/>
              <a:t>‹#›</a:t>
            </a:fld>
            <a:endParaRPr lang="en-GB">
              <a:latin typeface="Shell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ShellMedium" panose="00000600000000000000" pitchFamily="50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ShellMedium" panose="00000600000000000000" pitchFamily="50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ShellMedium" panose="00000600000000000000" pitchFamily="50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ShellMedium" panose="00000600000000000000" pitchFamily="50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ShellMedium" panose="00000600000000000000" pitchFamily="50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1 – we have a separate slide explaining each learning platform</a:t>
            </a:r>
          </a:p>
          <a:p>
            <a:r>
              <a:rPr lang="en-US" dirty="0"/>
              <a:t>Note 2 – we have separate slides for each L&amp;D resource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9493-6412-4470-9830-D005B358D66E}" type="slidenum">
              <a:rPr lang="en-GB" smtClean="0">
                <a:latin typeface="ShellMedium" panose="00000600000000000000" pitchFamily="50" charset="0"/>
              </a:rPr>
              <a:pPr/>
              <a:t>2</a:t>
            </a:fld>
            <a:endParaRPr lang="en-GB">
              <a:latin typeface="Shell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45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links take you to complete pages / portals established by Shell Global with all the relevant learning materials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9493-6412-4470-9830-D005B358D66E}" type="slidenum">
              <a:rPr lang="en-GB" smtClean="0">
                <a:latin typeface="ShellMedium" panose="00000600000000000000" pitchFamily="50" charset="0"/>
              </a:rPr>
              <a:pPr/>
              <a:t>5</a:t>
            </a:fld>
            <a:endParaRPr lang="en-GB">
              <a:latin typeface="Shell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196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logo and the key message (I will be sharing more information in the </a:t>
            </a:r>
            <a:r>
              <a:rPr lang="en-US"/>
              <a:t>second batch)</a:t>
            </a:r>
            <a:endParaRPr lang="en-US" dirty="0"/>
          </a:p>
          <a:p>
            <a:r>
              <a:rPr lang="en-US" dirty="0"/>
              <a:t>The agenda and pillars of the week are in the next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9493-6412-4470-9830-D005B358D66E}" type="slidenum">
              <a:rPr lang="en-GB" smtClean="0">
                <a:latin typeface="ShellMedium" panose="00000600000000000000" pitchFamily="50" charset="0"/>
              </a:rPr>
              <a:pPr/>
              <a:t>8</a:t>
            </a:fld>
            <a:endParaRPr lang="en-GB">
              <a:latin typeface="Shell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070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mention the interactive screens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9493-6412-4470-9830-D005B358D66E}" type="slidenum">
              <a:rPr lang="en-GB" smtClean="0">
                <a:latin typeface="ShellMedium" panose="00000600000000000000" pitchFamily="50" charset="0"/>
              </a:rPr>
              <a:pPr/>
              <a:t>9</a:t>
            </a:fld>
            <a:endParaRPr lang="en-GB">
              <a:latin typeface="Shell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560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9493-6412-4470-9830-D005B358D66E}" type="slidenum">
              <a:rPr lang="en-GB" smtClean="0">
                <a:latin typeface="ShellMedium" panose="00000600000000000000" pitchFamily="50" charset="0"/>
              </a:rPr>
              <a:pPr/>
              <a:t>10</a:t>
            </a:fld>
            <a:endParaRPr lang="en-GB">
              <a:latin typeface="Shell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651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>
              <a:latin typeface="ShellMedium" panose="000006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>
                <a:latin typeface="ShellMedium" panose="00000600000000000000" pitchFamily="50" charset="0"/>
              </a:rPr>
              <a:pPr/>
              <a:t>11</a:t>
            </a:fld>
            <a:endParaRPr lang="en-GB">
              <a:latin typeface="Shell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980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24"/>
            <a:ext cx="12193293" cy="68572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40" y="517459"/>
            <a:ext cx="1887660" cy="1887660"/>
          </a:xfrm>
          <a:prstGeom prst="rect">
            <a:avLst/>
          </a:prstGeom>
          <a:ln>
            <a:noFill/>
          </a:ln>
        </p:spPr>
      </p:pic>
      <p:sp>
        <p:nvSpPr>
          <p:cNvPr id="28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766800" y="2754403"/>
            <a:ext cx="9973373" cy="918000"/>
          </a:xfrm>
          <a:noFill/>
        </p:spPr>
        <p:txBody>
          <a:bodyPr lIns="0" tIns="0" rIns="0" anchor="b" anchorCtr="0"/>
          <a:lstStyle>
            <a:lvl1pPr>
              <a:lnSpc>
                <a:spcPct val="110000"/>
              </a:lnSpc>
              <a:defRPr sz="3600" b="0" kern="1200" cap="none" spc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9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766800" y="3805856"/>
            <a:ext cx="9976548" cy="749808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  <a:defRPr sz="20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32" name="Text Placeholder 3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6800" y="4832087"/>
            <a:ext cx="7871121" cy="237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Heavy" panose="00000700000000000000" pitchFamily="2" charset="0"/>
              </a:defRPr>
            </a:lvl1pPr>
          </a:lstStyle>
          <a:p>
            <a:pPr lvl="0"/>
            <a:r>
              <a:rPr lang="en-GB"/>
              <a:t>Click to insert Author’s Name</a:t>
            </a:r>
          </a:p>
        </p:txBody>
      </p:sp>
      <p:sp>
        <p:nvSpPr>
          <p:cNvPr id="33" name="Text Placeholder 3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6800" y="5083916"/>
            <a:ext cx="7871121" cy="237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Medium" panose="00000600000000000000" pitchFamily="2" charset="0"/>
              </a:defRPr>
            </a:lvl1pPr>
          </a:lstStyle>
          <a:p>
            <a:pPr lvl="0"/>
            <a:r>
              <a:rPr lang="en-GB"/>
              <a:t>Click to insert Role in Organisation</a:t>
            </a:r>
          </a:p>
        </p:txBody>
      </p:sp>
      <p:sp>
        <p:nvSpPr>
          <p:cNvPr id="24" name="Text Box 11" descr="&lt;COMPANY_NAME&gt;&#10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25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FB6B6697-B7E9-40D7-AE67-A7FDDBEF03F4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8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3" name="TextBox 2" descr="CONFIDENTIAL_TAG_0xFFEE">
            <a:extLst>
              <a:ext uri="{FF2B5EF4-FFF2-40B4-BE49-F238E27FC236}">
                <a16:creationId xmlns:a16="http://schemas.microsoft.com/office/drawing/2014/main" id="{AD82FE6A-4722-1486-11FD-1A38A7570AED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4" pos="7357" userDrawn="1">
          <p15:clr>
            <a:srgbClr val="FBAE40"/>
          </p15:clr>
        </p15:guide>
        <p15:guide id="5" pos="1121" userDrawn="1">
          <p15:clr>
            <a:srgbClr val="FBAE40"/>
          </p15:clr>
        </p15:guide>
        <p15:guide id="6" orient="horz" pos="4074" userDrawn="1">
          <p15:clr>
            <a:srgbClr val="FBAE40"/>
          </p15:clr>
        </p15:guide>
        <p15:guide id="7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5175" y="2286000"/>
            <a:ext cx="4143255" cy="1386000"/>
          </a:xfrm>
          <a:noFill/>
        </p:spPr>
        <p:txBody>
          <a:bodyPr lIns="0" tIns="0" rIns="0" anchor="b" anchorCtr="0"/>
          <a:lstStyle>
            <a:lvl1pPr>
              <a:lnSpc>
                <a:spcPct val="110000"/>
              </a:lnSpc>
              <a:defRPr sz="3600" b="0" kern="1200" cap="none" spc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5175" y="3805200"/>
            <a:ext cx="4060821" cy="749808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  <a:defRPr sz="20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22" name="Text Placeholder 31"/>
          <p:cNvSpPr>
            <a:spLocks noGrp="1"/>
          </p:cNvSpPr>
          <p:nvPr>
            <p:ph type="body" sz="quarter" idx="10" hasCustomPrompt="1"/>
          </p:nvPr>
        </p:nvSpPr>
        <p:spPr>
          <a:xfrm>
            <a:off x="765175" y="4831200"/>
            <a:ext cx="4060821" cy="237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Heavy" panose="00000700000000000000" pitchFamily="2" charset="0"/>
              </a:defRPr>
            </a:lvl1pPr>
          </a:lstStyle>
          <a:p>
            <a:pPr lvl="0"/>
            <a:r>
              <a:rPr lang="en-GB"/>
              <a:t>Click to insert Author’s Name</a:t>
            </a:r>
          </a:p>
        </p:txBody>
      </p:sp>
      <p:sp>
        <p:nvSpPr>
          <p:cNvPr id="23" name="Text Placeholder 31"/>
          <p:cNvSpPr>
            <a:spLocks noGrp="1"/>
          </p:cNvSpPr>
          <p:nvPr>
            <p:ph type="body" sz="quarter" idx="11" hasCustomPrompt="1"/>
          </p:nvPr>
        </p:nvSpPr>
        <p:spPr>
          <a:xfrm>
            <a:off x="765175" y="5083200"/>
            <a:ext cx="4060821" cy="489785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Medium" panose="00000600000000000000" pitchFamily="2" charset="0"/>
              </a:defRPr>
            </a:lvl1pPr>
          </a:lstStyle>
          <a:p>
            <a:pPr lvl="0"/>
            <a:r>
              <a:rPr lang="en-GB"/>
              <a:t>Click to insert Role in Organisation</a:t>
            </a:r>
          </a:p>
        </p:txBody>
      </p:sp>
      <p:sp>
        <p:nvSpPr>
          <p:cNvPr id="30" name="Text Box 11" descr="&lt;COMPANY_NAME&gt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3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" name="Picture Placeholder 2"/>
          <p:cNvSpPr>
            <a:spLocks noGrp="1"/>
          </p:cNvSpPr>
          <p:nvPr userDrawn="1">
            <p:ph type="pic" sz="quarter" idx="12"/>
          </p:nvPr>
        </p:nvSpPr>
        <p:spPr bwMode="auto">
          <a:xfrm>
            <a:off x="5047384" y="1"/>
            <a:ext cx="7144616" cy="6359524"/>
          </a:xfrm>
          <a:custGeom>
            <a:avLst/>
            <a:gdLst>
              <a:gd name="connsiteX0" fmla="*/ 0 w 7141676"/>
              <a:gd name="connsiteY0" fmla="*/ 0 h 6316132"/>
              <a:gd name="connsiteX1" fmla="*/ 7141676 w 7141676"/>
              <a:gd name="connsiteY1" fmla="*/ 0 h 6316132"/>
              <a:gd name="connsiteX2" fmla="*/ 7141676 w 7141676"/>
              <a:gd name="connsiteY2" fmla="*/ 6316132 h 6316132"/>
              <a:gd name="connsiteX3" fmla="*/ 0 w 7141676"/>
              <a:gd name="connsiteY3" fmla="*/ 6316132 h 6316132"/>
              <a:gd name="connsiteX4" fmla="*/ 0 w 7141676"/>
              <a:gd name="connsiteY4" fmla="*/ 0 h 6316132"/>
              <a:gd name="connsiteX0" fmla="*/ 2940 w 7144616"/>
              <a:gd name="connsiteY0" fmla="*/ 0 h 6316132"/>
              <a:gd name="connsiteX1" fmla="*/ 7144616 w 7144616"/>
              <a:gd name="connsiteY1" fmla="*/ 0 h 6316132"/>
              <a:gd name="connsiteX2" fmla="*/ 7144616 w 7144616"/>
              <a:gd name="connsiteY2" fmla="*/ 6316132 h 6316132"/>
              <a:gd name="connsiteX3" fmla="*/ 2940 w 7144616"/>
              <a:gd name="connsiteY3" fmla="*/ 6316132 h 6316132"/>
              <a:gd name="connsiteX4" fmla="*/ 0 w 7144616"/>
              <a:gd name="connsiteY4" fmla="*/ 5779942 h 6316132"/>
              <a:gd name="connsiteX5" fmla="*/ 2940 w 7144616"/>
              <a:gd name="connsiteY5" fmla="*/ 0 h 6316132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2940 w 7144616"/>
              <a:gd name="connsiteY4" fmla="*/ 6316132 h 6316773"/>
              <a:gd name="connsiteX5" fmla="*/ 0 w 7144616"/>
              <a:gd name="connsiteY5" fmla="*/ 5779942 h 6316773"/>
              <a:gd name="connsiteX6" fmla="*/ 2940 w 7144616"/>
              <a:gd name="connsiteY6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7008"/>
              <a:gd name="connsiteX1" fmla="*/ 7144616 w 7144616"/>
              <a:gd name="connsiteY1" fmla="*/ 0 h 6317008"/>
              <a:gd name="connsiteX2" fmla="*/ 7144616 w 7144616"/>
              <a:gd name="connsiteY2" fmla="*/ 6316132 h 6317008"/>
              <a:gd name="connsiteX3" fmla="*/ 537870 w 7144616"/>
              <a:gd name="connsiteY3" fmla="*/ 6316773 h 6317008"/>
              <a:gd name="connsiteX4" fmla="*/ 0 w 7144616"/>
              <a:gd name="connsiteY4" fmla="*/ 5779942 h 6317008"/>
              <a:gd name="connsiteX5" fmla="*/ 2940 w 7144616"/>
              <a:gd name="connsiteY5" fmla="*/ 0 h 6317008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44616" h="6316773">
                <a:moveTo>
                  <a:pt x="2940" y="0"/>
                </a:moveTo>
                <a:lnTo>
                  <a:pt x="7144616" y="0"/>
                </a:lnTo>
                <a:lnTo>
                  <a:pt x="7144616" y="6316132"/>
                </a:lnTo>
                <a:lnTo>
                  <a:pt x="537870" y="6316773"/>
                </a:lnTo>
                <a:cubicBezTo>
                  <a:pt x="214457" y="6313295"/>
                  <a:pt x="5024" y="6140981"/>
                  <a:pt x="0" y="5779942"/>
                </a:cubicBezTo>
                <a:lnTo>
                  <a:pt x="2940" y="0"/>
                </a:lnTo>
                <a:close/>
              </a:path>
            </a:pathLst>
          </a:custGeom>
          <a:noFill/>
          <a:ln w="952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12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ED8D81A1-0DF8-417E-BB59-6F22056E3A5A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1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40" y="517459"/>
            <a:ext cx="1887660" cy="1887660"/>
          </a:xfrm>
          <a:prstGeom prst="rect">
            <a:avLst/>
          </a:prstGeom>
          <a:ln>
            <a:noFill/>
          </a:ln>
        </p:spPr>
      </p:pic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1CB3A765-DD4D-B4FD-51EB-6A6E41D3C482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37052060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 userDrawn="1">
            <p:ph type="pic" sz="quarter" idx="12"/>
          </p:nvPr>
        </p:nvSpPr>
        <p:spPr bwMode="auto">
          <a:xfrm>
            <a:off x="5077731" y="1015519"/>
            <a:ext cx="7115469" cy="5344822"/>
          </a:xfrm>
          <a:custGeom>
            <a:avLst/>
            <a:gdLst>
              <a:gd name="connsiteX0" fmla="*/ 0 w 7113204"/>
              <a:gd name="connsiteY0" fmla="*/ 0 h 5343523"/>
              <a:gd name="connsiteX1" fmla="*/ 7113204 w 7113204"/>
              <a:gd name="connsiteY1" fmla="*/ 0 h 5343523"/>
              <a:gd name="connsiteX2" fmla="*/ 7113204 w 7113204"/>
              <a:gd name="connsiteY2" fmla="*/ 5343523 h 5343523"/>
              <a:gd name="connsiteX3" fmla="*/ 0 w 7113204"/>
              <a:gd name="connsiteY3" fmla="*/ 5343523 h 5343523"/>
              <a:gd name="connsiteX4" fmla="*/ 0 w 7113204"/>
              <a:gd name="connsiteY4" fmla="*/ 0 h 5343523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0 w 7113204"/>
              <a:gd name="connsiteY4" fmla="*/ 5343523 h 5344338"/>
              <a:gd name="connsiteX5" fmla="*/ 0 w 7113204"/>
              <a:gd name="connsiteY5" fmla="*/ 0 h 5344338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0 w 7113204"/>
              <a:gd name="connsiteY4" fmla="*/ 5343523 h 5344338"/>
              <a:gd name="connsiteX5" fmla="*/ 1802 w 7113204"/>
              <a:gd name="connsiteY5" fmla="*/ 4810262 h 5344338"/>
              <a:gd name="connsiteX6" fmla="*/ 0 w 7113204"/>
              <a:gd name="connsiteY6" fmla="*/ 0 h 5344338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1802 w 7113204"/>
              <a:gd name="connsiteY4" fmla="*/ 4810262 h 5344338"/>
              <a:gd name="connsiteX5" fmla="*/ 0 w 7113204"/>
              <a:gd name="connsiteY5" fmla="*/ 0 h 5344338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1802 w 7113204"/>
              <a:gd name="connsiteY4" fmla="*/ 4810262 h 5344338"/>
              <a:gd name="connsiteX5" fmla="*/ 0 w 7113204"/>
              <a:gd name="connsiteY5" fmla="*/ 0 h 5344338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1802 w 7113204"/>
              <a:gd name="connsiteY4" fmla="*/ 4810262 h 5344338"/>
              <a:gd name="connsiteX5" fmla="*/ 0 w 7113204"/>
              <a:gd name="connsiteY5" fmla="*/ 0 h 5344338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1802 w 7113204"/>
              <a:gd name="connsiteY4" fmla="*/ 4810262 h 5344338"/>
              <a:gd name="connsiteX5" fmla="*/ 0 w 7113204"/>
              <a:gd name="connsiteY5" fmla="*/ 0 h 5344338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1802 w 7113204"/>
              <a:gd name="connsiteY4" fmla="*/ 4810262 h 5344338"/>
              <a:gd name="connsiteX5" fmla="*/ 0 w 7113204"/>
              <a:gd name="connsiteY5" fmla="*/ 0 h 5344338"/>
              <a:gd name="connsiteX0" fmla="*/ 0 w 7113204"/>
              <a:gd name="connsiteY0" fmla="*/ 453 h 5344791"/>
              <a:gd name="connsiteX1" fmla="*/ 519692 w 7113204"/>
              <a:gd name="connsiteY1" fmla="*/ 0 h 5344791"/>
              <a:gd name="connsiteX2" fmla="*/ 7113204 w 7113204"/>
              <a:gd name="connsiteY2" fmla="*/ 453 h 5344791"/>
              <a:gd name="connsiteX3" fmla="*/ 7113204 w 7113204"/>
              <a:gd name="connsiteY3" fmla="*/ 5343976 h 5344791"/>
              <a:gd name="connsiteX4" fmla="*/ 503508 w 7113204"/>
              <a:gd name="connsiteY4" fmla="*/ 5344791 h 5344791"/>
              <a:gd name="connsiteX5" fmla="*/ 1802 w 7113204"/>
              <a:gd name="connsiteY5" fmla="*/ 4810715 h 5344791"/>
              <a:gd name="connsiteX6" fmla="*/ 0 w 7113204"/>
              <a:gd name="connsiteY6" fmla="*/ 453 h 5344791"/>
              <a:gd name="connsiteX0" fmla="*/ 39320 w 7152524"/>
              <a:gd name="connsiteY0" fmla="*/ 48299 h 5392637"/>
              <a:gd name="connsiteX1" fmla="*/ 559012 w 7152524"/>
              <a:gd name="connsiteY1" fmla="*/ 47846 h 5392637"/>
              <a:gd name="connsiteX2" fmla="*/ 7152524 w 7152524"/>
              <a:gd name="connsiteY2" fmla="*/ 48299 h 5392637"/>
              <a:gd name="connsiteX3" fmla="*/ 7152524 w 7152524"/>
              <a:gd name="connsiteY3" fmla="*/ 5391822 h 5392637"/>
              <a:gd name="connsiteX4" fmla="*/ 542828 w 7152524"/>
              <a:gd name="connsiteY4" fmla="*/ 5392637 h 5392637"/>
              <a:gd name="connsiteX5" fmla="*/ 41122 w 7152524"/>
              <a:gd name="connsiteY5" fmla="*/ 4858561 h 5392637"/>
              <a:gd name="connsiteX6" fmla="*/ 37076 w 7152524"/>
              <a:gd name="connsiteY6" fmla="*/ 496955 h 5392637"/>
              <a:gd name="connsiteX7" fmla="*/ 39320 w 7152524"/>
              <a:gd name="connsiteY7" fmla="*/ 48299 h 5392637"/>
              <a:gd name="connsiteX0" fmla="*/ 155497 w 7270945"/>
              <a:gd name="connsiteY0" fmla="*/ 497244 h 5392926"/>
              <a:gd name="connsiteX1" fmla="*/ 677433 w 7270945"/>
              <a:gd name="connsiteY1" fmla="*/ 48135 h 5392926"/>
              <a:gd name="connsiteX2" fmla="*/ 7270945 w 7270945"/>
              <a:gd name="connsiteY2" fmla="*/ 48588 h 5392926"/>
              <a:gd name="connsiteX3" fmla="*/ 7270945 w 7270945"/>
              <a:gd name="connsiteY3" fmla="*/ 5392111 h 5392926"/>
              <a:gd name="connsiteX4" fmla="*/ 661249 w 7270945"/>
              <a:gd name="connsiteY4" fmla="*/ 5392926 h 5392926"/>
              <a:gd name="connsiteX5" fmla="*/ 159543 w 7270945"/>
              <a:gd name="connsiteY5" fmla="*/ 4858850 h 5392926"/>
              <a:gd name="connsiteX6" fmla="*/ 155497 w 7270945"/>
              <a:gd name="connsiteY6" fmla="*/ 497244 h 5392926"/>
              <a:gd name="connsiteX0" fmla="*/ 155497 w 7270945"/>
              <a:gd name="connsiteY0" fmla="*/ 497244 h 5392926"/>
              <a:gd name="connsiteX1" fmla="*/ 677433 w 7270945"/>
              <a:gd name="connsiteY1" fmla="*/ 48135 h 5392926"/>
              <a:gd name="connsiteX2" fmla="*/ 7270945 w 7270945"/>
              <a:gd name="connsiteY2" fmla="*/ 48588 h 5392926"/>
              <a:gd name="connsiteX3" fmla="*/ 7270945 w 7270945"/>
              <a:gd name="connsiteY3" fmla="*/ 5392111 h 5392926"/>
              <a:gd name="connsiteX4" fmla="*/ 661249 w 7270945"/>
              <a:gd name="connsiteY4" fmla="*/ 5392926 h 5392926"/>
              <a:gd name="connsiteX5" fmla="*/ 159543 w 7270945"/>
              <a:gd name="connsiteY5" fmla="*/ 4858850 h 5392926"/>
              <a:gd name="connsiteX6" fmla="*/ 155497 w 7270945"/>
              <a:gd name="connsiteY6" fmla="*/ 497244 h 5392926"/>
              <a:gd name="connsiteX0" fmla="*/ 155497 w 7270945"/>
              <a:gd name="connsiteY0" fmla="*/ 497244 h 5392926"/>
              <a:gd name="connsiteX1" fmla="*/ 677433 w 7270945"/>
              <a:gd name="connsiteY1" fmla="*/ 48135 h 5392926"/>
              <a:gd name="connsiteX2" fmla="*/ 7270945 w 7270945"/>
              <a:gd name="connsiteY2" fmla="*/ 48588 h 5392926"/>
              <a:gd name="connsiteX3" fmla="*/ 7270945 w 7270945"/>
              <a:gd name="connsiteY3" fmla="*/ 5392111 h 5392926"/>
              <a:gd name="connsiteX4" fmla="*/ 661249 w 7270945"/>
              <a:gd name="connsiteY4" fmla="*/ 5392926 h 5392926"/>
              <a:gd name="connsiteX5" fmla="*/ 159543 w 7270945"/>
              <a:gd name="connsiteY5" fmla="*/ 4858850 h 5392926"/>
              <a:gd name="connsiteX6" fmla="*/ 155497 w 7270945"/>
              <a:gd name="connsiteY6" fmla="*/ 497244 h 5392926"/>
              <a:gd name="connsiteX0" fmla="*/ 155497 w 7270945"/>
              <a:gd name="connsiteY0" fmla="*/ 497244 h 5392926"/>
              <a:gd name="connsiteX1" fmla="*/ 677433 w 7270945"/>
              <a:gd name="connsiteY1" fmla="*/ 48135 h 5392926"/>
              <a:gd name="connsiteX2" fmla="*/ 7270945 w 7270945"/>
              <a:gd name="connsiteY2" fmla="*/ 48588 h 5392926"/>
              <a:gd name="connsiteX3" fmla="*/ 7270945 w 7270945"/>
              <a:gd name="connsiteY3" fmla="*/ 5392111 h 5392926"/>
              <a:gd name="connsiteX4" fmla="*/ 661249 w 7270945"/>
              <a:gd name="connsiteY4" fmla="*/ 5392926 h 5392926"/>
              <a:gd name="connsiteX5" fmla="*/ 159543 w 7270945"/>
              <a:gd name="connsiteY5" fmla="*/ 4858850 h 5392926"/>
              <a:gd name="connsiteX6" fmla="*/ 155497 w 7270945"/>
              <a:gd name="connsiteY6" fmla="*/ 497244 h 5392926"/>
              <a:gd name="connsiteX0" fmla="*/ 184805 w 7300253"/>
              <a:gd name="connsiteY0" fmla="*/ 449109 h 5344791"/>
              <a:gd name="connsiteX1" fmla="*/ 706741 w 7300253"/>
              <a:gd name="connsiteY1" fmla="*/ 0 h 5344791"/>
              <a:gd name="connsiteX2" fmla="*/ 7300253 w 7300253"/>
              <a:gd name="connsiteY2" fmla="*/ 453 h 5344791"/>
              <a:gd name="connsiteX3" fmla="*/ 7300253 w 7300253"/>
              <a:gd name="connsiteY3" fmla="*/ 5343976 h 5344791"/>
              <a:gd name="connsiteX4" fmla="*/ 690557 w 7300253"/>
              <a:gd name="connsiteY4" fmla="*/ 5344791 h 5344791"/>
              <a:gd name="connsiteX5" fmla="*/ 188851 w 7300253"/>
              <a:gd name="connsiteY5" fmla="*/ 4810715 h 5344791"/>
              <a:gd name="connsiteX6" fmla="*/ 184805 w 7300253"/>
              <a:gd name="connsiteY6" fmla="*/ 449109 h 5344791"/>
              <a:gd name="connsiteX0" fmla="*/ 155498 w 7270946"/>
              <a:gd name="connsiteY0" fmla="*/ 497244 h 5392926"/>
              <a:gd name="connsiteX1" fmla="*/ 677434 w 7270946"/>
              <a:gd name="connsiteY1" fmla="*/ 48135 h 5392926"/>
              <a:gd name="connsiteX2" fmla="*/ 7270946 w 7270946"/>
              <a:gd name="connsiteY2" fmla="*/ 48588 h 5392926"/>
              <a:gd name="connsiteX3" fmla="*/ 7270946 w 7270946"/>
              <a:gd name="connsiteY3" fmla="*/ 5392111 h 5392926"/>
              <a:gd name="connsiteX4" fmla="*/ 661250 w 7270946"/>
              <a:gd name="connsiteY4" fmla="*/ 5392926 h 5392926"/>
              <a:gd name="connsiteX5" fmla="*/ 159544 w 7270946"/>
              <a:gd name="connsiteY5" fmla="*/ 4858850 h 5392926"/>
              <a:gd name="connsiteX6" fmla="*/ 155498 w 7270946"/>
              <a:gd name="connsiteY6" fmla="*/ 497244 h 5392926"/>
              <a:gd name="connsiteX0" fmla="*/ 37199 w 7152647"/>
              <a:gd name="connsiteY0" fmla="*/ 527190 h 5422872"/>
              <a:gd name="connsiteX1" fmla="*/ 559135 w 7152647"/>
              <a:gd name="connsiteY1" fmla="*/ 78081 h 5422872"/>
              <a:gd name="connsiteX2" fmla="*/ 7152647 w 7152647"/>
              <a:gd name="connsiteY2" fmla="*/ 78534 h 5422872"/>
              <a:gd name="connsiteX3" fmla="*/ 7152647 w 7152647"/>
              <a:gd name="connsiteY3" fmla="*/ 5422057 h 5422872"/>
              <a:gd name="connsiteX4" fmla="*/ 542951 w 7152647"/>
              <a:gd name="connsiteY4" fmla="*/ 5422872 h 5422872"/>
              <a:gd name="connsiteX5" fmla="*/ 41245 w 7152647"/>
              <a:gd name="connsiteY5" fmla="*/ 4888796 h 5422872"/>
              <a:gd name="connsiteX6" fmla="*/ 37199 w 7152647"/>
              <a:gd name="connsiteY6" fmla="*/ 527190 h 5422872"/>
              <a:gd name="connsiteX0" fmla="*/ 27 w 7115475"/>
              <a:gd name="connsiteY0" fmla="*/ 522980 h 5418662"/>
              <a:gd name="connsiteX1" fmla="*/ 521963 w 7115475"/>
              <a:gd name="connsiteY1" fmla="*/ 73871 h 5418662"/>
              <a:gd name="connsiteX2" fmla="*/ 7115475 w 7115475"/>
              <a:gd name="connsiteY2" fmla="*/ 74324 h 5418662"/>
              <a:gd name="connsiteX3" fmla="*/ 7115475 w 7115475"/>
              <a:gd name="connsiteY3" fmla="*/ 5417847 h 5418662"/>
              <a:gd name="connsiteX4" fmla="*/ 505779 w 7115475"/>
              <a:gd name="connsiteY4" fmla="*/ 5418662 h 5418662"/>
              <a:gd name="connsiteX5" fmla="*/ 4073 w 7115475"/>
              <a:gd name="connsiteY5" fmla="*/ 4884586 h 5418662"/>
              <a:gd name="connsiteX6" fmla="*/ 27 w 7115475"/>
              <a:gd name="connsiteY6" fmla="*/ 522980 h 5418662"/>
              <a:gd name="connsiteX0" fmla="*/ 161 w 7115609"/>
              <a:gd name="connsiteY0" fmla="*/ 449127 h 5344809"/>
              <a:gd name="connsiteX1" fmla="*/ 522097 w 7115609"/>
              <a:gd name="connsiteY1" fmla="*/ 18 h 5344809"/>
              <a:gd name="connsiteX2" fmla="*/ 7115609 w 7115609"/>
              <a:gd name="connsiteY2" fmla="*/ 471 h 5344809"/>
              <a:gd name="connsiteX3" fmla="*/ 7115609 w 7115609"/>
              <a:gd name="connsiteY3" fmla="*/ 5343994 h 5344809"/>
              <a:gd name="connsiteX4" fmla="*/ 505913 w 7115609"/>
              <a:gd name="connsiteY4" fmla="*/ 5344809 h 5344809"/>
              <a:gd name="connsiteX5" fmla="*/ 4207 w 7115609"/>
              <a:gd name="connsiteY5" fmla="*/ 4810733 h 5344809"/>
              <a:gd name="connsiteX6" fmla="*/ 161 w 7115609"/>
              <a:gd name="connsiteY6" fmla="*/ 449127 h 5344809"/>
              <a:gd name="connsiteX0" fmla="*/ 196 w 7115644"/>
              <a:gd name="connsiteY0" fmla="*/ 449124 h 5344806"/>
              <a:gd name="connsiteX1" fmla="*/ 522132 w 7115644"/>
              <a:gd name="connsiteY1" fmla="*/ 15 h 5344806"/>
              <a:gd name="connsiteX2" fmla="*/ 7115644 w 7115644"/>
              <a:gd name="connsiteY2" fmla="*/ 468 h 5344806"/>
              <a:gd name="connsiteX3" fmla="*/ 7115644 w 7115644"/>
              <a:gd name="connsiteY3" fmla="*/ 5343991 h 5344806"/>
              <a:gd name="connsiteX4" fmla="*/ 505948 w 7115644"/>
              <a:gd name="connsiteY4" fmla="*/ 5344806 h 5344806"/>
              <a:gd name="connsiteX5" fmla="*/ 4242 w 7115644"/>
              <a:gd name="connsiteY5" fmla="*/ 4810730 h 5344806"/>
              <a:gd name="connsiteX6" fmla="*/ 196 w 7115644"/>
              <a:gd name="connsiteY6" fmla="*/ 449124 h 5344806"/>
              <a:gd name="connsiteX0" fmla="*/ 196 w 7115644"/>
              <a:gd name="connsiteY0" fmla="*/ 449132 h 5344814"/>
              <a:gd name="connsiteX1" fmla="*/ 522132 w 7115644"/>
              <a:gd name="connsiteY1" fmla="*/ 23 h 5344814"/>
              <a:gd name="connsiteX2" fmla="*/ 7115644 w 7115644"/>
              <a:gd name="connsiteY2" fmla="*/ 476 h 5344814"/>
              <a:gd name="connsiteX3" fmla="*/ 7115644 w 7115644"/>
              <a:gd name="connsiteY3" fmla="*/ 5343999 h 5344814"/>
              <a:gd name="connsiteX4" fmla="*/ 505948 w 7115644"/>
              <a:gd name="connsiteY4" fmla="*/ 5344814 h 5344814"/>
              <a:gd name="connsiteX5" fmla="*/ 4242 w 7115644"/>
              <a:gd name="connsiteY5" fmla="*/ 4810738 h 5344814"/>
              <a:gd name="connsiteX6" fmla="*/ 196 w 7115644"/>
              <a:gd name="connsiteY6" fmla="*/ 449132 h 5344814"/>
              <a:gd name="connsiteX0" fmla="*/ 21 w 7115469"/>
              <a:gd name="connsiteY0" fmla="*/ 449140 h 5344822"/>
              <a:gd name="connsiteX1" fmla="*/ 521957 w 7115469"/>
              <a:gd name="connsiteY1" fmla="*/ 31 h 5344822"/>
              <a:gd name="connsiteX2" fmla="*/ 7115469 w 7115469"/>
              <a:gd name="connsiteY2" fmla="*/ 484 h 5344822"/>
              <a:gd name="connsiteX3" fmla="*/ 7115469 w 7115469"/>
              <a:gd name="connsiteY3" fmla="*/ 5344007 h 5344822"/>
              <a:gd name="connsiteX4" fmla="*/ 505773 w 7115469"/>
              <a:gd name="connsiteY4" fmla="*/ 5344822 h 5344822"/>
              <a:gd name="connsiteX5" fmla="*/ 4067 w 7115469"/>
              <a:gd name="connsiteY5" fmla="*/ 4810746 h 5344822"/>
              <a:gd name="connsiteX6" fmla="*/ 21 w 7115469"/>
              <a:gd name="connsiteY6" fmla="*/ 449140 h 5344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15469" h="5344822">
                <a:moveTo>
                  <a:pt x="21" y="449140"/>
                </a:moveTo>
                <a:cubicBezTo>
                  <a:pt x="-2303" y="101747"/>
                  <a:pt x="197851" y="-2068"/>
                  <a:pt x="521957" y="31"/>
                </a:cubicBezTo>
                <a:lnTo>
                  <a:pt x="7115469" y="484"/>
                </a:lnTo>
                <a:lnTo>
                  <a:pt x="7115469" y="5344007"/>
                </a:lnTo>
                <a:lnTo>
                  <a:pt x="505773" y="5344822"/>
                </a:lnTo>
                <a:cubicBezTo>
                  <a:pt x="180743" y="5344822"/>
                  <a:pt x="1369" y="5166796"/>
                  <a:pt x="4067" y="4810746"/>
                </a:cubicBezTo>
                <a:cubicBezTo>
                  <a:pt x="4741" y="4820187"/>
                  <a:pt x="2345" y="796533"/>
                  <a:pt x="21" y="449140"/>
                </a:cubicBezTo>
                <a:close/>
              </a:path>
            </a:pathLst>
          </a:custGeom>
          <a:noFill/>
          <a:ln w="952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07" name="Rectangle 6" descr="Rectangle 6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02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766800" y="2286000"/>
            <a:ext cx="4141630" cy="1386000"/>
          </a:xfrm>
          <a:noFill/>
        </p:spPr>
        <p:txBody>
          <a:bodyPr lIns="0" tIns="0" rIns="0" anchor="b" anchorCtr="0"/>
          <a:lstStyle>
            <a:lvl1pPr>
              <a:lnSpc>
                <a:spcPct val="110000"/>
              </a:lnSpc>
              <a:defRPr sz="3600" b="0" kern="1200" cap="none" spc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3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766800" y="3805199"/>
            <a:ext cx="4036789" cy="7488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  <a:defRPr sz="20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4" name="Text Placeholder 3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6800" y="4831200"/>
            <a:ext cx="4043018" cy="237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Heavy" panose="00000700000000000000" pitchFamily="2" charset="0"/>
              </a:defRPr>
            </a:lvl1pPr>
          </a:lstStyle>
          <a:p>
            <a:pPr lvl="0"/>
            <a:r>
              <a:rPr lang="en-GB"/>
              <a:t>Click to insert Author’s Name</a:t>
            </a:r>
          </a:p>
        </p:txBody>
      </p:sp>
      <p:sp>
        <p:nvSpPr>
          <p:cNvPr id="105" name="Text Placeholder 3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6800" y="5083200"/>
            <a:ext cx="4043018" cy="489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Medium" panose="00000600000000000000" pitchFamily="2" charset="0"/>
              </a:defRPr>
            </a:lvl1pPr>
          </a:lstStyle>
          <a:p>
            <a:pPr lvl="0"/>
            <a:r>
              <a:rPr lang="en-GB" noProof="1"/>
              <a:t>Click to insert Role in Organisation</a:t>
            </a:r>
          </a:p>
        </p:txBody>
      </p:sp>
      <p:sp>
        <p:nvSpPr>
          <p:cNvPr id="90" name="Rectangle 4" descr="Rectangle 4"/>
          <p:cNvSpPr>
            <a:spLocks noGrp="1" noChangeArrowheads="1"/>
          </p:cNvSpPr>
          <p:nvPr userDrawn="1"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E3EDB47F-BD04-4FD9-A283-BAD313315B04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88" name="Rectangle 5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40" y="517459"/>
            <a:ext cx="1887660" cy="1887660"/>
          </a:xfrm>
          <a:prstGeom prst="rect">
            <a:avLst/>
          </a:prstGeom>
          <a:ln>
            <a:noFill/>
          </a:ln>
        </p:spPr>
      </p:pic>
      <p:sp>
        <p:nvSpPr>
          <p:cNvPr id="12" name="Text Box 11" descr="&lt;COMPANY_NAME&gt;&#10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30C508EB-B2E3-ABF4-6485-4DF645CCBAAD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75571260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3058" userDrawn="1">
          <p15:clr>
            <a:srgbClr val="FBAE40"/>
          </p15:clr>
        </p15:guide>
        <p15:guide id="2" orient="horz" pos="2235" userDrawn="1">
          <p15:clr>
            <a:srgbClr val="FBAE40"/>
          </p15:clr>
        </p15:guide>
        <p15:guide id="3" orient="horz" pos="2562" userDrawn="1">
          <p15:clr>
            <a:srgbClr val="FBAE40"/>
          </p15:clr>
        </p15:guide>
        <p15:guide id="4" orient="horz" pos="299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&lt;ignore&gt;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4723" cy="6857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07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6800" y="2754000"/>
            <a:ext cx="9972000" cy="918000"/>
          </a:xfrm>
          <a:noFill/>
        </p:spPr>
        <p:txBody>
          <a:bodyPr lIns="0" tIns="0" rIns="0" anchor="b" anchorCtr="0"/>
          <a:lstStyle>
            <a:lvl1pPr>
              <a:lnSpc>
                <a:spcPct val="100000"/>
              </a:lnSpc>
              <a:defRPr sz="3600" b="0" kern="1200" cap="none" spc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6800" y="3805200"/>
            <a:ext cx="9975600" cy="748800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  <a:defRPr sz="20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4" name="Text Placeholder 31"/>
          <p:cNvSpPr>
            <a:spLocks noGrp="1"/>
          </p:cNvSpPr>
          <p:nvPr>
            <p:ph type="body" sz="quarter" idx="10" hasCustomPrompt="1"/>
          </p:nvPr>
        </p:nvSpPr>
        <p:spPr>
          <a:xfrm>
            <a:off x="766800" y="4831200"/>
            <a:ext cx="7869600" cy="237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Heavy" panose="00000700000000000000" pitchFamily="2" charset="0"/>
              </a:defRPr>
            </a:lvl1pPr>
          </a:lstStyle>
          <a:p>
            <a:pPr lvl="0"/>
            <a:r>
              <a:rPr lang="en-GB"/>
              <a:t>Click to insert Author’s Name</a:t>
            </a:r>
          </a:p>
        </p:txBody>
      </p:sp>
      <p:sp>
        <p:nvSpPr>
          <p:cNvPr id="105" name="Text Placeholder 31"/>
          <p:cNvSpPr>
            <a:spLocks noGrp="1"/>
          </p:cNvSpPr>
          <p:nvPr>
            <p:ph type="body" sz="quarter" idx="11" hasCustomPrompt="1"/>
          </p:nvPr>
        </p:nvSpPr>
        <p:spPr>
          <a:xfrm>
            <a:off x="766800" y="5083200"/>
            <a:ext cx="7869600" cy="237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Medium" panose="00000600000000000000" pitchFamily="2" charset="0"/>
              </a:defRPr>
            </a:lvl1pPr>
          </a:lstStyle>
          <a:p>
            <a:pPr lvl="0"/>
            <a:r>
              <a:rPr lang="en-GB" noProof="1"/>
              <a:t>Click to insert Role in Organisation</a:t>
            </a:r>
          </a:p>
        </p:txBody>
      </p:sp>
      <p:sp>
        <p:nvSpPr>
          <p:cNvPr id="90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3DE33F3B-EA35-4F76-A5DC-EED4D1E4D51D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8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40" y="517459"/>
            <a:ext cx="1887660" cy="1887660"/>
          </a:xfrm>
          <a:prstGeom prst="rect">
            <a:avLst/>
          </a:prstGeom>
          <a:ln>
            <a:noFill/>
          </a:ln>
        </p:spPr>
      </p:pic>
      <p:sp>
        <p:nvSpPr>
          <p:cNvPr id="12" name="Text Box 11" descr="&lt;COMPANY_NAME&gt;&#10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101E6AA6-928E-A7A5-853D-2ADE24EDCFE4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9086957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3058">
          <p15:clr>
            <a:srgbClr val="FBAE40"/>
          </p15:clr>
        </p15:guide>
        <p15:guide id="2" orient="horz" pos="223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765174" y="1665288"/>
            <a:ext cx="10914063" cy="4694236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8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8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AACD9AD4-52E8-4180-A645-370DFA6F8F09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BD521EF7-E485-2A19-6FDD-56C6855DFC7C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 CONFIDENTIAL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81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0" r="49252"/>
          <a:stretch/>
        </p:blipFill>
        <p:spPr>
          <a:xfrm>
            <a:off x="8571903" y="-8626"/>
            <a:ext cx="3620097" cy="6824568"/>
          </a:xfrm>
          <a:prstGeom prst="rect">
            <a:avLst/>
          </a:prstGeom>
        </p:spPr>
      </p:pic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765174" y="1665288"/>
            <a:ext cx="10914063" cy="4694236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8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8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A6243379-DC79-4F9C-8DCB-EB019118EB8B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2D0F83D5-69B7-32EF-4451-A57E1BADC1FA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5876151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81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 descr="&lt;ignore&gt;"/>
          <p:cNvSpPr>
            <a:spLocks noGrp="1"/>
          </p:cNvSpPr>
          <p:nvPr>
            <p:ph type="pic" sz="quarter" idx="12"/>
          </p:nvPr>
        </p:nvSpPr>
        <p:spPr bwMode="auto">
          <a:xfrm>
            <a:off x="-2381" y="0"/>
            <a:ext cx="12194382" cy="68580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765174" y="1665288"/>
            <a:ext cx="5211763" cy="4694236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8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8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1386FF86-32BA-486C-8C86-D0887DC9993D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D5FB0E37-A458-6D9E-FC23-76E7D4553D38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400578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81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799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sz="2400" b="0" kern="1200" cap="none" baseline="0" noProof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765174" y="1686556"/>
            <a:ext cx="10914063" cy="4672967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176400" indent="-176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354200" indent="-1778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532000" indent="-1778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684400" indent="-1524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tabLst/>
              <a:defRPr sz="1100"/>
            </a:lvl5pPr>
            <a:lvl6pPr marL="824100" indent="-1397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431FAB10-166B-4A7F-AEBD-D7BCAF2EC7ED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1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9DF54245-475B-EDD1-EEE6-E6CC93ED97B7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1323" r="30139"/>
          <a:stretch/>
        </p:blipFill>
        <p:spPr>
          <a:xfrm>
            <a:off x="9440005" y="0"/>
            <a:ext cx="2764695" cy="2717799"/>
          </a:xfrm>
          <a:prstGeom prst="rect">
            <a:avLst/>
          </a:prstGeom>
        </p:spPr>
      </p:pic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sz="2400" b="0" kern="1200" cap="none" baseline="0" noProof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6472014" y="1665288"/>
            <a:ext cx="5207223" cy="4694237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/>
            </a:lvl1pPr>
            <a:lvl2pPr marL="230400" indent="-230400"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¢"/>
              <a:defRPr sz="1800"/>
            </a:lvl2pPr>
            <a:lvl3pPr marL="459000" indent="-228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"/>
              <a:defRPr sz="1800"/>
            </a:lvl3pPr>
            <a:lvl4pPr marL="687600" indent="-2286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800"/>
            </a:lvl4pPr>
            <a:lvl5pPr marL="890800" indent="-2032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600"/>
            </a:lvl5pPr>
            <a:lvl6pPr marL="1043200" indent="-1524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765174" y="1665286"/>
            <a:ext cx="5211763" cy="4694239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/>
            </a:lvl1pPr>
            <a:lvl2pPr marL="230400" indent="-230400"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/>
            </a:lvl2pPr>
            <a:lvl3pPr marL="459000" indent="-228600"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"/>
              <a:defRPr sz="1800"/>
            </a:lvl3pPr>
            <a:lvl4pPr marL="687600" indent="-2286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800"/>
            </a:lvl4pPr>
            <a:lvl5pPr marL="890800" indent="-2032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600"/>
            </a:lvl5pPr>
            <a:lvl6pPr marL="1043200" indent="-1524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AA0B863-88A3-435C-BB44-AFD9CA3C6DB0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18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706D0A13-929D-E6AD-638C-14110C1E8A58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3765" userDrawn="1">
          <p15:clr>
            <a:srgbClr val="FBAE40"/>
          </p15:clr>
        </p15:guide>
        <p15:guide id="3" pos="391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sz="2400" dirty="0" smtClean="0"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6472014" y="1686556"/>
            <a:ext cx="5207224" cy="4672970"/>
          </a:xfrm>
        </p:spPr>
        <p:txBody>
          <a:bodyPr/>
          <a:lstStyle>
            <a:lvl1pPr marL="0" indent="0">
              <a:lnSpc>
                <a:spcPct val="140000"/>
              </a:lnSpc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400"/>
            </a:lvl1pPr>
            <a:lvl2pPr marL="176400" indent="-1764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¢"/>
              <a:defRPr sz="1400"/>
            </a:lvl2pPr>
            <a:lvl3pPr marL="354200" indent="-1778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"/>
              <a:defRPr sz="1400"/>
            </a:lvl3pPr>
            <a:lvl4pPr marL="532000" indent="-1778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400"/>
            </a:lvl4pPr>
            <a:lvl5pPr marL="684400" indent="-1524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200"/>
            </a:lvl5pPr>
            <a:lvl6pPr marL="824100" indent="-1397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tabLst/>
              <a:defRPr sz="11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765174" y="1686554"/>
            <a:ext cx="5211763" cy="4672971"/>
          </a:xfrm>
        </p:spPr>
        <p:txBody>
          <a:bodyPr/>
          <a:lstStyle>
            <a:lvl1pPr marL="0" indent="0">
              <a:lnSpc>
                <a:spcPct val="140000"/>
              </a:lnSpc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400"/>
            </a:lvl1pPr>
            <a:lvl2pPr marL="176400" indent="-176400">
              <a:lnSpc>
                <a:spcPct val="140000"/>
              </a:lnSpc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¢"/>
              <a:defRPr sz="1400"/>
            </a:lvl2pPr>
            <a:lvl3pPr marL="354200" indent="-177800">
              <a:lnSpc>
                <a:spcPct val="140000"/>
              </a:lnSpc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"/>
              <a:defRPr sz="1400"/>
            </a:lvl3pPr>
            <a:lvl4pPr marL="532000" indent="-177800">
              <a:lnSpc>
                <a:spcPct val="140000"/>
              </a:lnSpc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400"/>
            </a:lvl4pPr>
            <a:lvl5pPr marL="684400" indent="-1524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200"/>
            </a:lvl5pPr>
            <a:lvl6pPr marL="824100" indent="-1397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1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0F7FF1B7-8929-4D8B-B730-1E139521E36A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18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EE466D6C-DCAA-8163-B850-02B38BE2AB07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sz="quarter" idx="12"/>
          </p:nvPr>
        </p:nvSpPr>
        <p:spPr bwMode="auto">
          <a:xfrm>
            <a:off x="5047384" y="0"/>
            <a:ext cx="7144616" cy="6857999"/>
          </a:xfrm>
          <a:custGeom>
            <a:avLst/>
            <a:gdLst>
              <a:gd name="connsiteX0" fmla="*/ 0 w 7141676"/>
              <a:gd name="connsiteY0" fmla="*/ 0 h 6316132"/>
              <a:gd name="connsiteX1" fmla="*/ 7141676 w 7141676"/>
              <a:gd name="connsiteY1" fmla="*/ 0 h 6316132"/>
              <a:gd name="connsiteX2" fmla="*/ 7141676 w 7141676"/>
              <a:gd name="connsiteY2" fmla="*/ 6316132 h 6316132"/>
              <a:gd name="connsiteX3" fmla="*/ 0 w 7141676"/>
              <a:gd name="connsiteY3" fmla="*/ 6316132 h 6316132"/>
              <a:gd name="connsiteX4" fmla="*/ 0 w 7141676"/>
              <a:gd name="connsiteY4" fmla="*/ 0 h 6316132"/>
              <a:gd name="connsiteX0" fmla="*/ 2940 w 7144616"/>
              <a:gd name="connsiteY0" fmla="*/ 0 h 6316132"/>
              <a:gd name="connsiteX1" fmla="*/ 7144616 w 7144616"/>
              <a:gd name="connsiteY1" fmla="*/ 0 h 6316132"/>
              <a:gd name="connsiteX2" fmla="*/ 7144616 w 7144616"/>
              <a:gd name="connsiteY2" fmla="*/ 6316132 h 6316132"/>
              <a:gd name="connsiteX3" fmla="*/ 2940 w 7144616"/>
              <a:gd name="connsiteY3" fmla="*/ 6316132 h 6316132"/>
              <a:gd name="connsiteX4" fmla="*/ 0 w 7144616"/>
              <a:gd name="connsiteY4" fmla="*/ 5779942 h 6316132"/>
              <a:gd name="connsiteX5" fmla="*/ 2940 w 7144616"/>
              <a:gd name="connsiteY5" fmla="*/ 0 h 6316132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2940 w 7144616"/>
              <a:gd name="connsiteY4" fmla="*/ 6316132 h 6316773"/>
              <a:gd name="connsiteX5" fmla="*/ 0 w 7144616"/>
              <a:gd name="connsiteY5" fmla="*/ 5779942 h 6316773"/>
              <a:gd name="connsiteX6" fmla="*/ 2940 w 7144616"/>
              <a:gd name="connsiteY6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7008"/>
              <a:gd name="connsiteX1" fmla="*/ 7144616 w 7144616"/>
              <a:gd name="connsiteY1" fmla="*/ 0 h 6317008"/>
              <a:gd name="connsiteX2" fmla="*/ 7144616 w 7144616"/>
              <a:gd name="connsiteY2" fmla="*/ 6316132 h 6317008"/>
              <a:gd name="connsiteX3" fmla="*/ 537870 w 7144616"/>
              <a:gd name="connsiteY3" fmla="*/ 6316773 h 6317008"/>
              <a:gd name="connsiteX4" fmla="*/ 0 w 7144616"/>
              <a:gd name="connsiteY4" fmla="*/ 5779942 h 6317008"/>
              <a:gd name="connsiteX5" fmla="*/ 2940 w 7144616"/>
              <a:gd name="connsiteY5" fmla="*/ 0 h 6317008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44616" h="6316773">
                <a:moveTo>
                  <a:pt x="2940" y="0"/>
                </a:moveTo>
                <a:lnTo>
                  <a:pt x="7144616" y="0"/>
                </a:lnTo>
                <a:lnTo>
                  <a:pt x="7144616" y="6316132"/>
                </a:lnTo>
                <a:lnTo>
                  <a:pt x="537870" y="6316773"/>
                </a:lnTo>
                <a:cubicBezTo>
                  <a:pt x="214457" y="6313295"/>
                  <a:pt x="5024" y="6140981"/>
                  <a:pt x="0" y="5779942"/>
                </a:cubicBezTo>
                <a:lnTo>
                  <a:pt x="2940" y="0"/>
                </a:lnTo>
                <a:close/>
              </a:path>
            </a:pathLst>
          </a:custGeom>
          <a:noFill/>
          <a:ln w="952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4425244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sz="2400" b="0" kern="1200" cap="none" baseline="0" noProof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765175" y="1665286"/>
            <a:ext cx="3829404" cy="4694239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/>
            </a:lvl1pPr>
            <a:lvl2pPr marL="230400" indent="-230400"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/>
            </a:lvl2pPr>
            <a:lvl3pPr marL="459000" indent="-228600"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"/>
              <a:defRPr sz="1800"/>
            </a:lvl3pPr>
            <a:lvl4pPr marL="687600" indent="-2286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800"/>
            </a:lvl4pPr>
            <a:lvl5pPr marL="890800" indent="-2032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600"/>
            </a:lvl5pPr>
            <a:lvl6pPr marL="1043200" indent="-1524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84A45B95-2620-4A9B-8356-4D8CF225D0EA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18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75C5E961-2AED-43A1-311A-B34EB0E78C28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07281374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765">
          <p15:clr>
            <a:srgbClr val="FBAE40"/>
          </p15:clr>
        </p15:guide>
        <p15:guide id="3" pos="391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51"/>
          <p:cNvSpPr>
            <a:spLocks noGrp="1"/>
          </p:cNvSpPr>
          <p:nvPr>
            <p:ph sz="quarter" idx="29" hasCustomPrompt="1"/>
          </p:nvPr>
        </p:nvSpPr>
        <p:spPr>
          <a:xfrm>
            <a:off x="509312" y="6201069"/>
            <a:ext cx="5543051" cy="158455"/>
          </a:xfrm>
        </p:spPr>
        <p:txBody>
          <a:bodyPr wrap="square">
            <a:noAutofit/>
          </a:bodyPr>
          <a:lstStyle>
            <a:lvl1pPr>
              <a:defRPr sz="9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source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7" cy="752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noProof="0" dirty="0" smtClean="0"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40" name="Content Placeholder 51"/>
          <p:cNvSpPr>
            <a:spLocks noGrp="1"/>
          </p:cNvSpPr>
          <p:nvPr>
            <p:ph sz="quarter" idx="46" hasCustomPrompt="1"/>
          </p:nvPr>
        </p:nvSpPr>
        <p:spPr>
          <a:xfrm>
            <a:off x="508000" y="4116538"/>
            <a:ext cx="5468938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Chart title appears here</a:t>
            </a:r>
          </a:p>
        </p:txBody>
      </p:sp>
      <p:sp>
        <p:nvSpPr>
          <p:cNvPr id="42" name="Chart Placeholder 16"/>
          <p:cNvSpPr>
            <a:spLocks noGrp="1"/>
          </p:cNvSpPr>
          <p:nvPr>
            <p:ph type="chart" sz="quarter" idx="47"/>
          </p:nvPr>
        </p:nvSpPr>
        <p:spPr>
          <a:xfrm>
            <a:off x="508000" y="4456229"/>
            <a:ext cx="5468938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00" name="Content Placeholder 51"/>
          <p:cNvSpPr>
            <a:spLocks noGrp="1"/>
          </p:cNvSpPr>
          <p:nvPr>
            <p:ph sz="quarter" idx="55" hasCustomPrompt="1"/>
          </p:nvPr>
        </p:nvSpPr>
        <p:spPr>
          <a:xfrm>
            <a:off x="508000" y="1780690"/>
            <a:ext cx="5468938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Chart title appears here</a:t>
            </a:r>
          </a:p>
        </p:txBody>
      </p:sp>
      <p:sp>
        <p:nvSpPr>
          <p:cNvPr id="102" name="Chart Placeholder 16"/>
          <p:cNvSpPr>
            <a:spLocks noGrp="1"/>
          </p:cNvSpPr>
          <p:nvPr>
            <p:ph type="chart" sz="quarter" idx="56"/>
          </p:nvPr>
        </p:nvSpPr>
        <p:spPr>
          <a:xfrm>
            <a:off x="508000" y="2120382"/>
            <a:ext cx="5468938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05" name="Content Placeholder 51"/>
          <p:cNvSpPr>
            <a:spLocks noGrp="1"/>
          </p:cNvSpPr>
          <p:nvPr>
            <p:ph sz="quarter" idx="58" hasCustomPrompt="1"/>
          </p:nvPr>
        </p:nvSpPr>
        <p:spPr>
          <a:xfrm>
            <a:off x="6215063" y="4116538"/>
            <a:ext cx="54641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Chart title appears here</a:t>
            </a:r>
          </a:p>
        </p:txBody>
      </p:sp>
      <p:sp>
        <p:nvSpPr>
          <p:cNvPr id="107" name="Chart Placeholder 16"/>
          <p:cNvSpPr>
            <a:spLocks noGrp="1"/>
          </p:cNvSpPr>
          <p:nvPr>
            <p:ph type="chart" sz="quarter" idx="59"/>
          </p:nvPr>
        </p:nvSpPr>
        <p:spPr>
          <a:xfrm>
            <a:off x="6215063" y="4456229"/>
            <a:ext cx="5464175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10" name="Content Placeholder 51"/>
          <p:cNvSpPr>
            <a:spLocks noGrp="1"/>
          </p:cNvSpPr>
          <p:nvPr>
            <p:ph sz="quarter" idx="61" hasCustomPrompt="1"/>
          </p:nvPr>
        </p:nvSpPr>
        <p:spPr>
          <a:xfrm>
            <a:off x="6215063" y="1780690"/>
            <a:ext cx="54641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Chart title appears here</a:t>
            </a:r>
          </a:p>
        </p:txBody>
      </p:sp>
      <p:sp>
        <p:nvSpPr>
          <p:cNvPr id="112" name="Chart Placeholder 16"/>
          <p:cNvSpPr>
            <a:spLocks noGrp="1"/>
          </p:cNvSpPr>
          <p:nvPr>
            <p:ph type="chart" sz="quarter" idx="62"/>
          </p:nvPr>
        </p:nvSpPr>
        <p:spPr>
          <a:xfrm>
            <a:off x="6215063" y="2120382"/>
            <a:ext cx="5464175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29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47257214-BBB3-4D9A-82B2-1E5809DF4E75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3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078D8B73-583B-58CA-0099-5E6EC9B2A142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51"/>
          <p:cNvSpPr>
            <a:spLocks noGrp="1"/>
          </p:cNvSpPr>
          <p:nvPr>
            <p:ph sz="quarter" idx="29" hasCustomPrompt="1"/>
          </p:nvPr>
        </p:nvSpPr>
        <p:spPr>
          <a:xfrm>
            <a:off x="509312" y="6201069"/>
            <a:ext cx="5543051" cy="158455"/>
          </a:xfrm>
        </p:spPr>
        <p:txBody>
          <a:bodyPr wrap="square">
            <a:noAutofit/>
          </a:bodyPr>
          <a:lstStyle>
            <a:lvl1pPr>
              <a:defRPr sz="9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source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7" cy="752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noProof="0" dirty="0" smtClean="0"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40" name="Content Placeholder 51"/>
          <p:cNvSpPr>
            <a:spLocks noGrp="1"/>
          </p:cNvSpPr>
          <p:nvPr>
            <p:ph sz="quarter" idx="46" hasCustomPrompt="1"/>
          </p:nvPr>
        </p:nvSpPr>
        <p:spPr>
          <a:xfrm>
            <a:off x="508000" y="4116538"/>
            <a:ext cx="5468938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Subtitle appears here</a:t>
            </a:r>
          </a:p>
        </p:txBody>
      </p:sp>
      <p:sp>
        <p:nvSpPr>
          <p:cNvPr id="100" name="Content Placeholder 51"/>
          <p:cNvSpPr>
            <a:spLocks noGrp="1"/>
          </p:cNvSpPr>
          <p:nvPr>
            <p:ph sz="quarter" idx="55" hasCustomPrompt="1"/>
          </p:nvPr>
        </p:nvSpPr>
        <p:spPr>
          <a:xfrm>
            <a:off x="508000" y="1780690"/>
            <a:ext cx="5468938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Chart title appears here</a:t>
            </a:r>
          </a:p>
        </p:txBody>
      </p:sp>
      <p:sp>
        <p:nvSpPr>
          <p:cNvPr id="102" name="Chart Placeholder 16"/>
          <p:cNvSpPr>
            <a:spLocks noGrp="1"/>
          </p:cNvSpPr>
          <p:nvPr>
            <p:ph type="chart" sz="quarter" idx="56"/>
          </p:nvPr>
        </p:nvSpPr>
        <p:spPr>
          <a:xfrm>
            <a:off x="508000" y="2120382"/>
            <a:ext cx="5468938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05" name="Content Placeholder 51"/>
          <p:cNvSpPr>
            <a:spLocks noGrp="1"/>
          </p:cNvSpPr>
          <p:nvPr>
            <p:ph sz="quarter" idx="58" hasCustomPrompt="1"/>
          </p:nvPr>
        </p:nvSpPr>
        <p:spPr>
          <a:xfrm>
            <a:off x="6215063" y="4116538"/>
            <a:ext cx="5464175" cy="234616"/>
          </a:xfrm>
        </p:spPr>
        <p:txBody>
          <a:bodyPr vert="horz" wrap="square" lIns="0" tIns="0" rIns="0" bIns="0" rtlCol="0">
            <a:spAutoFit/>
          </a:bodyPr>
          <a:lstStyle>
            <a:lvl1pPr mar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Subtitle appears here</a:t>
            </a:r>
          </a:p>
        </p:txBody>
      </p:sp>
      <p:sp>
        <p:nvSpPr>
          <p:cNvPr id="110" name="Content Placeholder 51"/>
          <p:cNvSpPr>
            <a:spLocks noGrp="1"/>
          </p:cNvSpPr>
          <p:nvPr>
            <p:ph sz="quarter" idx="61" hasCustomPrompt="1"/>
          </p:nvPr>
        </p:nvSpPr>
        <p:spPr>
          <a:xfrm>
            <a:off x="6215063" y="1780690"/>
            <a:ext cx="54641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Chart title appears here</a:t>
            </a:r>
          </a:p>
        </p:txBody>
      </p:sp>
      <p:sp>
        <p:nvSpPr>
          <p:cNvPr id="112" name="Chart Placeholder 16"/>
          <p:cNvSpPr>
            <a:spLocks noGrp="1"/>
          </p:cNvSpPr>
          <p:nvPr>
            <p:ph type="chart" sz="quarter" idx="62"/>
          </p:nvPr>
        </p:nvSpPr>
        <p:spPr>
          <a:xfrm>
            <a:off x="6215063" y="2120382"/>
            <a:ext cx="5464175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29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8DDDCA4D-EB7B-4DC4-A921-377B63643F5A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3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19" name="Content Placeholder 9"/>
          <p:cNvSpPr>
            <a:spLocks noGrp="1"/>
          </p:cNvSpPr>
          <p:nvPr>
            <p:ph sz="quarter" idx="11"/>
          </p:nvPr>
        </p:nvSpPr>
        <p:spPr>
          <a:xfrm>
            <a:off x="509312" y="4510882"/>
            <a:ext cx="5467626" cy="1568988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1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5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63"/>
          </p:nvPr>
        </p:nvSpPr>
        <p:spPr>
          <a:xfrm>
            <a:off x="6215063" y="4510882"/>
            <a:ext cx="5467626" cy="1568988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1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5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75B21342-EAC8-F230-6096-FB5C02C68290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MOST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8071771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aph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51"/>
          <p:cNvSpPr>
            <a:spLocks noGrp="1"/>
          </p:cNvSpPr>
          <p:nvPr>
            <p:ph sz="quarter" idx="29" hasCustomPrompt="1"/>
          </p:nvPr>
        </p:nvSpPr>
        <p:spPr>
          <a:xfrm>
            <a:off x="509312" y="6201069"/>
            <a:ext cx="5543051" cy="158455"/>
          </a:xfrm>
        </p:spPr>
        <p:txBody>
          <a:bodyPr wrap="square">
            <a:noAutofit/>
          </a:bodyPr>
          <a:lstStyle>
            <a:lvl1pPr>
              <a:defRPr sz="9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source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7" cy="752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noProof="0" dirty="0" smtClean="0"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40" name="Content Placeholder 51"/>
          <p:cNvSpPr>
            <a:spLocks noGrp="1"/>
          </p:cNvSpPr>
          <p:nvPr>
            <p:ph sz="quarter" idx="46" hasCustomPrompt="1"/>
          </p:nvPr>
        </p:nvSpPr>
        <p:spPr>
          <a:xfrm>
            <a:off x="507999" y="4116538"/>
            <a:ext cx="26066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Subtitle appears here</a:t>
            </a:r>
          </a:p>
        </p:txBody>
      </p:sp>
      <p:sp>
        <p:nvSpPr>
          <p:cNvPr id="100" name="Content Placeholder 51"/>
          <p:cNvSpPr>
            <a:spLocks noGrp="1"/>
          </p:cNvSpPr>
          <p:nvPr>
            <p:ph sz="quarter" idx="55" hasCustomPrompt="1"/>
          </p:nvPr>
        </p:nvSpPr>
        <p:spPr>
          <a:xfrm>
            <a:off x="507999" y="1780690"/>
            <a:ext cx="26066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Chart title appears here</a:t>
            </a:r>
          </a:p>
        </p:txBody>
      </p:sp>
      <p:sp>
        <p:nvSpPr>
          <p:cNvPr id="102" name="Chart Placeholder 16"/>
          <p:cNvSpPr>
            <a:spLocks noGrp="1"/>
          </p:cNvSpPr>
          <p:nvPr>
            <p:ph type="chart" sz="quarter" idx="56"/>
          </p:nvPr>
        </p:nvSpPr>
        <p:spPr>
          <a:xfrm>
            <a:off x="507999" y="2120382"/>
            <a:ext cx="2606675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05" name="Content Placeholder 51"/>
          <p:cNvSpPr>
            <a:spLocks noGrp="1"/>
          </p:cNvSpPr>
          <p:nvPr>
            <p:ph sz="quarter" idx="58" hasCustomPrompt="1"/>
          </p:nvPr>
        </p:nvSpPr>
        <p:spPr>
          <a:xfrm>
            <a:off x="6235536" y="4116538"/>
            <a:ext cx="2606400" cy="234616"/>
          </a:xfrm>
        </p:spPr>
        <p:txBody>
          <a:bodyPr vert="horz" wrap="square" lIns="0" tIns="0" rIns="0" bIns="0" rtlCol="0">
            <a:spAutoFit/>
          </a:bodyPr>
          <a:lstStyle>
            <a:lvl1pPr mar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Subtitle appears here</a:t>
            </a:r>
          </a:p>
        </p:txBody>
      </p:sp>
      <p:sp>
        <p:nvSpPr>
          <p:cNvPr id="110" name="Content Placeholder 51"/>
          <p:cNvSpPr>
            <a:spLocks noGrp="1"/>
          </p:cNvSpPr>
          <p:nvPr>
            <p:ph sz="quarter" idx="61" hasCustomPrompt="1"/>
          </p:nvPr>
        </p:nvSpPr>
        <p:spPr>
          <a:xfrm>
            <a:off x="6235536" y="1780690"/>
            <a:ext cx="2606400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Chart title appears here</a:t>
            </a:r>
          </a:p>
        </p:txBody>
      </p:sp>
      <p:sp>
        <p:nvSpPr>
          <p:cNvPr id="112" name="Chart Placeholder 16"/>
          <p:cNvSpPr>
            <a:spLocks noGrp="1"/>
          </p:cNvSpPr>
          <p:nvPr>
            <p:ph type="chart" sz="quarter" idx="62"/>
          </p:nvPr>
        </p:nvSpPr>
        <p:spPr>
          <a:xfrm>
            <a:off x="6235536" y="2120382"/>
            <a:ext cx="2606400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29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FE5CEC9D-EE6B-428E-B5EB-F58F308F5724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3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19" name="Content Placeholder 9"/>
          <p:cNvSpPr>
            <a:spLocks noGrp="1"/>
          </p:cNvSpPr>
          <p:nvPr>
            <p:ph sz="quarter" idx="11"/>
          </p:nvPr>
        </p:nvSpPr>
        <p:spPr>
          <a:xfrm>
            <a:off x="509312" y="4510882"/>
            <a:ext cx="2606050" cy="1568988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1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5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63"/>
          </p:nvPr>
        </p:nvSpPr>
        <p:spPr>
          <a:xfrm>
            <a:off x="6235534" y="4510882"/>
            <a:ext cx="2608046" cy="1568988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1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5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1" name="Content Placeholder 51"/>
          <p:cNvSpPr>
            <a:spLocks noGrp="1"/>
          </p:cNvSpPr>
          <p:nvPr>
            <p:ph sz="quarter" idx="64" hasCustomPrompt="1"/>
          </p:nvPr>
        </p:nvSpPr>
        <p:spPr>
          <a:xfrm>
            <a:off x="3369575" y="4116538"/>
            <a:ext cx="26066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Subtitle appears here</a:t>
            </a:r>
          </a:p>
        </p:txBody>
      </p:sp>
      <p:sp>
        <p:nvSpPr>
          <p:cNvPr id="22" name="Content Placeholder 51"/>
          <p:cNvSpPr>
            <a:spLocks noGrp="1"/>
          </p:cNvSpPr>
          <p:nvPr>
            <p:ph sz="quarter" idx="65" hasCustomPrompt="1"/>
          </p:nvPr>
        </p:nvSpPr>
        <p:spPr>
          <a:xfrm>
            <a:off x="3369575" y="1780690"/>
            <a:ext cx="26066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Chart title appears here</a:t>
            </a:r>
          </a:p>
        </p:txBody>
      </p:sp>
      <p:sp>
        <p:nvSpPr>
          <p:cNvPr id="23" name="Chart Placeholder 16"/>
          <p:cNvSpPr>
            <a:spLocks noGrp="1"/>
          </p:cNvSpPr>
          <p:nvPr>
            <p:ph type="chart" sz="quarter" idx="66"/>
          </p:nvPr>
        </p:nvSpPr>
        <p:spPr>
          <a:xfrm>
            <a:off x="3369575" y="2120382"/>
            <a:ext cx="2606675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24" name="Content Placeholder 9"/>
          <p:cNvSpPr>
            <a:spLocks noGrp="1"/>
          </p:cNvSpPr>
          <p:nvPr>
            <p:ph sz="quarter" idx="67"/>
          </p:nvPr>
        </p:nvSpPr>
        <p:spPr>
          <a:xfrm>
            <a:off x="3370888" y="4510882"/>
            <a:ext cx="2606050" cy="1568988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1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5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7" name="Content Placeholder 51"/>
          <p:cNvSpPr>
            <a:spLocks noGrp="1"/>
          </p:cNvSpPr>
          <p:nvPr>
            <p:ph sz="quarter" idx="68" hasCustomPrompt="1"/>
          </p:nvPr>
        </p:nvSpPr>
        <p:spPr>
          <a:xfrm>
            <a:off x="9071193" y="4116538"/>
            <a:ext cx="2606400" cy="234616"/>
          </a:xfrm>
        </p:spPr>
        <p:txBody>
          <a:bodyPr vert="horz" wrap="square" lIns="0" tIns="0" rIns="0" bIns="0" rtlCol="0">
            <a:spAutoFit/>
          </a:bodyPr>
          <a:lstStyle>
            <a:lvl1pPr mar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Subtitle appears here</a:t>
            </a:r>
          </a:p>
        </p:txBody>
      </p:sp>
      <p:sp>
        <p:nvSpPr>
          <p:cNvPr id="48" name="Content Placeholder 51"/>
          <p:cNvSpPr>
            <a:spLocks noGrp="1"/>
          </p:cNvSpPr>
          <p:nvPr>
            <p:ph sz="quarter" idx="69" hasCustomPrompt="1"/>
          </p:nvPr>
        </p:nvSpPr>
        <p:spPr>
          <a:xfrm>
            <a:off x="9071193" y="1780690"/>
            <a:ext cx="2606400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/>
              <a:t>Chart title appears here</a:t>
            </a:r>
          </a:p>
        </p:txBody>
      </p:sp>
      <p:sp>
        <p:nvSpPr>
          <p:cNvPr id="49" name="Chart Placeholder 16"/>
          <p:cNvSpPr>
            <a:spLocks noGrp="1"/>
          </p:cNvSpPr>
          <p:nvPr>
            <p:ph type="chart" sz="quarter" idx="70"/>
          </p:nvPr>
        </p:nvSpPr>
        <p:spPr>
          <a:xfrm>
            <a:off x="9071193" y="2120382"/>
            <a:ext cx="2606400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50" name="Content Placeholder 9"/>
          <p:cNvSpPr>
            <a:spLocks noGrp="1"/>
          </p:cNvSpPr>
          <p:nvPr>
            <p:ph sz="quarter" idx="71"/>
          </p:nvPr>
        </p:nvSpPr>
        <p:spPr>
          <a:xfrm>
            <a:off x="9071191" y="4510882"/>
            <a:ext cx="2608046" cy="1568988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1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5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EB8011D4-9C52-D086-B7E7-86B02BB7F47A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MOST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8725884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" t="3243" r="26982"/>
          <a:stretch/>
        </p:blipFill>
        <p:spPr>
          <a:xfrm flipH="1">
            <a:off x="0" y="0"/>
            <a:ext cx="8067404" cy="6858000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7601520" y="4826000"/>
            <a:ext cx="4077539" cy="89596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7601520" y="3258524"/>
            <a:ext cx="4077539" cy="150886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200" b="0" cap="none" baseline="0">
                <a:solidFill>
                  <a:schemeClr val="tx1"/>
                </a:solidFill>
                <a:latin typeface="+mj-lt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19994" y="1908483"/>
            <a:ext cx="2724653" cy="1123888"/>
          </a:xfrm>
          <a:prstGeom prst="rect">
            <a:avLst/>
          </a:prstGeom>
        </p:spPr>
        <p:txBody>
          <a:bodyPr lIns="0" tIns="0" rIns="0" bIns="0"/>
          <a:lstStyle>
            <a:lvl1pPr marL="0" algn="l" defTabSz="1219170" rtl="0" eaLnBrk="1" latinLnBrk="0" hangingPunct="1">
              <a:lnSpc>
                <a:spcPct val="100000"/>
              </a:lnSpc>
              <a:buClr>
                <a:srgbClr val="DD1D21"/>
              </a:buClr>
              <a:buSzPct val="85000"/>
              <a:buNone/>
              <a:tabLst>
                <a:tab pos="1081088" algn="l"/>
              </a:tabLst>
              <a:defRPr lang="en-GB" sz="7300" kern="10000" spc="-600" baseline="0" dirty="0">
                <a:ln w="3175">
                  <a:noFill/>
                </a:ln>
                <a:solidFill>
                  <a:schemeClr val="accent2"/>
                </a:solidFill>
                <a:latin typeface="ShellHeavy" panose="00000700000000000000" pitchFamily="2" charset="0"/>
                <a:ea typeface="ShellHeavy" panose="00000700000000000000" pitchFamily="2" charset="0"/>
                <a:cs typeface="ShellHeavy" panose="00000700000000000000" pitchFamily="2" charset="0"/>
              </a:defRPr>
            </a:lvl1pPr>
          </a:lstStyle>
          <a:p>
            <a:pPr lvl="0"/>
            <a:r>
              <a:rPr lang="en-GB"/>
              <a:t>0.1</a:t>
            </a:r>
          </a:p>
        </p:txBody>
      </p:sp>
      <p:sp>
        <p:nvSpPr>
          <p:cNvPr id="14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24A37CC3-4D3E-43D6-A1D9-4F50CEB15E32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15" name="Text Box 11" descr="&lt;COMPANY_NAME&gt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2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6CF0EF44-9D88-0AE0-CCDC-8C66F7465F7A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 bwMode="gray">
          <a:xfrm>
            <a:off x="-4046" y="483102"/>
            <a:ext cx="1394397" cy="184552"/>
          </a:xfrm>
          <a:prstGeom prst="rect">
            <a:avLst/>
          </a:prstGeom>
          <a:solidFill>
            <a:srgbClr val="FFFFFF"/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 userDrawn="1"/>
        </p:nvSpPr>
        <p:spPr bwMode="white">
          <a:xfrm>
            <a:off x="501606" y="488935"/>
            <a:ext cx="1311092" cy="1188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2"/>
          </p:nvPr>
        </p:nvSpPr>
        <p:spPr bwMode="auto">
          <a:xfrm>
            <a:off x="5578475" y="0"/>
            <a:ext cx="6616248" cy="6857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5175" y="3258523"/>
            <a:ext cx="4066542" cy="1508861"/>
          </a:xfrm>
          <a:noFill/>
        </p:spPr>
        <p:txBody>
          <a:bodyPr lIns="0" tIns="0" rIns="0"/>
          <a:lstStyle>
            <a:lvl1pPr>
              <a:defRPr sz="3200" kern="1200" cap="none" spc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72990" y="4826586"/>
            <a:ext cx="4066542" cy="8953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  <a:defRPr lang="en-GB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8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E0C09DB2-7975-4334-A031-6FDFDEF4EA65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C0360EE9-2EA5-6EF7-52EF-D832556BF1D8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MOST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91707099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  <p15:guide id="3" orient="horz" pos="236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en-US" sz="2400" b="0" kern="1200" cap="none" baseline="0" noProof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1219170" rtl="0" eaLnBrk="1" latinLnBrk="0" hangingPunct="1">
              <a:lnSpc>
                <a:spcPct val="95000"/>
              </a:lnSpc>
              <a:spcBef>
                <a:spcPct val="0"/>
              </a:spcBef>
              <a:buNone/>
            </a:pPr>
            <a:r>
              <a:rPr lang="en-GB"/>
              <a:t>Click to edit Master title style</a:t>
            </a: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7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D6AE4EA-989C-46B5-9A95-3B444371070A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DC332D7F-8CD1-B7DE-6967-9C305E9772A6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MOST CONFIDENTIAL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 - 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 descr="&lt;ignore&gt;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4382" cy="68580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8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3D652007-5587-4057-8E76-2427D204EB96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3" name="Text Placeholder 2" descr="&lt;IGNORE&gt;" title="&lt;IGNORE&gt;"/>
          <p:cNvSpPr>
            <a:spLocks noGrp="1"/>
          </p:cNvSpPr>
          <p:nvPr>
            <p:ph type="body" sz="quarter" idx="13"/>
          </p:nvPr>
        </p:nvSpPr>
        <p:spPr>
          <a:xfrm>
            <a:off x="513179" y="1681888"/>
            <a:ext cx="11166561" cy="2861742"/>
          </a:xfrm>
        </p:spPr>
        <p:txBody>
          <a:bodyPr/>
          <a:lstStyle>
            <a:lvl1pPr>
              <a:lnSpc>
                <a:spcPct val="110000"/>
              </a:lnSpc>
              <a:defRPr lang="en-US" sz="3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48C548E6-1C8B-8D65-01D8-0F45E2AE6053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MOST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1366235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45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34" r="47297" b="27130"/>
          <a:stretch/>
        </p:blipFill>
        <p:spPr>
          <a:xfrm>
            <a:off x="5207633" y="0"/>
            <a:ext cx="6999607" cy="6858000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766800" y="2344620"/>
            <a:ext cx="5187472" cy="13620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400" b="0" cap="none" baseline="0">
                <a:solidFill>
                  <a:schemeClr val="tx1"/>
                </a:solidFill>
                <a:latin typeface="ShellMedium" panose="00000600000000000000" pitchFamily="2" charset="0"/>
              </a:defRPr>
            </a:lvl1pPr>
          </a:lstStyle>
          <a:p>
            <a:r>
              <a:rPr lang="en-GB"/>
              <a:t>Click to edit Master title style, if required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6800" y="723550"/>
            <a:ext cx="6375761" cy="140021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0" cap="none" baseline="0">
                <a:solidFill>
                  <a:schemeClr val="accent1"/>
                </a:solidFill>
                <a:latin typeface="ShellHeavy" panose="00000700000000000000" pitchFamily="2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GB"/>
              <a:t>Q&amp;A</a:t>
            </a:r>
          </a:p>
        </p:txBody>
      </p:sp>
      <p:sp>
        <p:nvSpPr>
          <p:cNvPr id="26" name="Rectangle 4" descr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61819822-9147-467B-B8BF-20274DF1D1A4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27" name="Text Box 11" descr="&lt;COMPANY_NAME&gt;"/>
          <p:cNvSpPr txBox="1">
            <a:spLocks noChangeArrowheads="1"/>
          </p:cNvSpPr>
          <p:nvPr userDrawn="1"/>
        </p:nvSpPr>
        <p:spPr bwMode="gray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bg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28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3" name="TextBox 2" descr="CONFIDENTIAL_TAG_0xFFEE">
            <a:extLst>
              <a:ext uri="{FF2B5EF4-FFF2-40B4-BE49-F238E27FC236}">
                <a16:creationId xmlns:a16="http://schemas.microsoft.com/office/drawing/2014/main" id="{667B9F44-8325-91CD-C7BA-5384C4BC186C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MOST CONFIDENTIAL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 - Opt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34" r="47297" b="27130"/>
          <a:stretch/>
        </p:blipFill>
        <p:spPr>
          <a:xfrm>
            <a:off x="5207633" y="0"/>
            <a:ext cx="6999607" cy="6858000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766800" y="4169538"/>
            <a:ext cx="5187472" cy="13620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400" b="0" cap="none" baseline="0">
                <a:solidFill>
                  <a:schemeClr val="tx1"/>
                </a:solidFill>
                <a:latin typeface="ShellMedium" panose="00000600000000000000" pitchFamily="2" charset="0"/>
              </a:defRPr>
            </a:lvl1pPr>
          </a:lstStyle>
          <a:p>
            <a:r>
              <a:rPr lang="en-GB"/>
              <a:t>Click to edit Master title style, if required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6800" y="2548468"/>
            <a:ext cx="6375761" cy="140021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0" cap="none" baseline="0">
                <a:solidFill>
                  <a:schemeClr val="accent2"/>
                </a:solidFill>
                <a:latin typeface="ShellHeavy" panose="00000700000000000000" pitchFamily="2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GB"/>
              <a:t>Q&amp;A</a:t>
            </a:r>
          </a:p>
        </p:txBody>
      </p:sp>
      <p:sp>
        <p:nvSpPr>
          <p:cNvPr id="2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193FF896-4248-45AC-A1CA-3152FB239F9E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28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517BE65A-66E7-3B6E-909A-7A0B692CBFA9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8910811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10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4748209B-CB7E-49A3-8FF9-6D863A44A658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1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2" name="Text Box 11" descr="&lt;COMPANY_NAME&gt;&#10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09828769-C49E-9885-69E7-B03237CC4386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MOST CONFIDENTIAL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(Mandato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208" y="1257010"/>
            <a:ext cx="4316400" cy="4316400"/>
          </a:xfrm>
          <a:prstGeom prst="rect">
            <a:avLst/>
          </a:prstGeom>
        </p:spPr>
      </p:pic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A47E78C2-5535-B0DF-4E20-D04F528FABE3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5175" y="1665289"/>
            <a:ext cx="10914062" cy="46941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" name="Rectangle 3" descr="&lt;Shell Yellow Bar&gt;" title="&lt;Shell Yellow Bar&gt;"/>
          <p:cNvSpPr/>
          <p:nvPr userDrawn="1"/>
        </p:nvSpPr>
        <p:spPr bwMode="gray">
          <a:xfrm>
            <a:off x="-6201" y="508000"/>
            <a:ext cx="1269984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endParaRPr lang="en-GB" noProof="1"/>
          </a:p>
        </p:txBody>
      </p:sp>
      <p:sp>
        <p:nvSpPr>
          <p:cNvPr id="8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E58BB77C-0050-478A-831E-C058FF2B5AF9}" type="datetime1">
              <a:rPr lang="en-US" noProof="1" smtClean="0"/>
              <a:t>6/11/2026</a:t>
            </a:fld>
            <a:endParaRPr lang="en-GB" noProof="1"/>
          </a:p>
        </p:txBody>
      </p:sp>
      <p:sp>
        <p:nvSpPr>
          <p:cNvPr id="85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4" name="Text Box 11" descr="&lt;COMPANY_NAME&gt;&#10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95" name="Rectangle 94" descr="&lt;Shell Yellow Bar&gt;" title="&lt;Shell Yellow Bar&gt;"/>
          <p:cNvSpPr/>
          <p:nvPr userDrawn="1"/>
        </p:nvSpPr>
        <p:spPr bwMode="gray">
          <a:xfrm>
            <a:off x="-3222" y="6820523"/>
            <a:ext cx="12193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5" r:id="rId2"/>
    <p:sldLayoutId id="2147483696" r:id="rId3"/>
    <p:sldLayoutId id="2147483698" r:id="rId4"/>
    <p:sldLayoutId id="2147483693" r:id="rId5"/>
    <p:sldLayoutId id="2147483705" r:id="rId6"/>
    <p:sldLayoutId id="2147483699" r:id="rId7"/>
    <p:sldLayoutId id="2147483691" r:id="rId8"/>
    <p:sldLayoutId id="2147483667" r:id="rId9"/>
    <p:sldLayoutId id="2147483692" r:id="rId10"/>
    <p:sldLayoutId id="2147483704" r:id="rId11"/>
    <p:sldLayoutId id="2147483694" r:id="rId12"/>
    <p:sldLayoutId id="2147483702" r:id="rId13"/>
    <p:sldLayoutId id="2147483703" r:id="rId14"/>
    <p:sldLayoutId id="2147483680" r:id="rId15"/>
    <p:sldLayoutId id="2147483697" r:id="rId16"/>
    <p:sldLayoutId id="2147483678" r:id="rId17"/>
    <p:sldLayoutId id="2147483700" r:id="rId18"/>
    <p:sldLayoutId id="2147483681" r:id="rId19"/>
    <p:sldLayoutId id="2147483701" r:id="rId20"/>
    <p:sldLayoutId id="2147483682" r:id="rId21"/>
    <p:sldLayoutId id="2147483683" r:id="rId22"/>
  </p:sldLayoutIdLst>
  <p:transition>
    <p:fade/>
  </p:transition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800" b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357708" rtl="0" eaLnBrk="1" latinLnBrk="0" hangingPunct="1">
        <a:lnSpc>
          <a:spcPct val="140000"/>
        </a:lnSpc>
        <a:spcBef>
          <a:spcPts val="0"/>
        </a:spcBef>
        <a:spcAft>
          <a:spcPts val="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30400" algn="l" defTabSz="357708" rtl="0" eaLnBrk="1" latinLnBrk="0" hangingPunct="1">
        <a:lnSpc>
          <a:spcPct val="140000"/>
        </a:lnSpc>
        <a:spcBef>
          <a:spcPts val="0"/>
        </a:spcBef>
        <a:spcAft>
          <a:spcPts val="0"/>
        </a:spcAft>
        <a:buClr>
          <a:schemeClr val="accent2"/>
        </a:buClr>
        <a:buSzPct val="75000"/>
        <a:buFont typeface="Wingdings" panose="05000000000000000000" pitchFamily="2" charset="2"/>
        <a:buChar char="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9000" indent="-228600" algn="l" defTabSz="357708" rtl="0" eaLnBrk="1" latinLnBrk="0" hangingPunct="1">
        <a:lnSpc>
          <a:spcPct val="140000"/>
        </a:lnSpc>
        <a:spcBef>
          <a:spcPts val="0"/>
        </a:spcBef>
        <a:spcAft>
          <a:spcPts val="0"/>
        </a:spcAft>
        <a:buClr>
          <a:schemeClr val="accent2"/>
        </a:buClr>
        <a:buSzPct val="100000"/>
        <a:buFont typeface="Wingdings" panose="05000000000000000000" pitchFamily="2" charset="2"/>
        <a:buChar char="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87600" indent="-228600" algn="l" defTabSz="357708" rtl="0" eaLnBrk="1" latinLnBrk="0" hangingPunct="1">
        <a:lnSpc>
          <a:spcPct val="14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Wingdings" panose="05000000000000000000" pitchFamily="2" charset="2"/>
        <a:buChar char="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90800" indent="-203200" algn="l" defTabSz="357708" rtl="0" eaLnBrk="1" latinLnBrk="0" hangingPunct="1">
        <a:lnSpc>
          <a:spcPct val="14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Wingdings" panose="05000000000000000000" pitchFamily="2" charset="2"/>
        <a:buChar char="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200" indent="-152400" algn="l" defTabSz="357708" rtl="0" eaLnBrk="1" latinLnBrk="0" hangingPunct="1">
        <a:lnSpc>
          <a:spcPct val="14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Wingdings" panose="05000000000000000000" pitchFamily="2" charset="2"/>
        <a:buChar char="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320" userDrawn="1">
          <p15:clr>
            <a:srgbClr val="F26B43"/>
          </p15:clr>
        </p15:guide>
        <p15:guide id="3" pos="7357" userDrawn="1">
          <p15:clr>
            <a:srgbClr val="F26B43"/>
          </p15:clr>
        </p15:guide>
        <p15:guide id="4" orient="horz" pos="444" userDrawn="1">
          <p15:clr>
            <a:srgbClr val="F26B43"/>
          </p15:clr>
        </p15:guide>
        <p15:guide id="5" orient="horz" pos="1049" userDrawn="1">
          <p15:clr>
            <a:srgbClr val="F26B43"/>
          </p15:clr>
        </p15:guide>
        <p15:guide id="6" orient="horz" pos="958" userDrawn="1">
          <p15:clr>
            <a:srgbClr val="F26B43"/>
          </p15:clr>
        </p15:guide>
        <p15:guide id="7" orient="horz" pos="4071" userDrawn="1">
          <p15:clr>
            <a:srgbClr val="F26B43"/>
          </p15:clr>
        </p15:guide>
        <p15:guide id="8" orient="horz" pos="4006" userDrawn="1">
          <p15:clr>
            <a:srgbClr val="F26B43"/>
          </p15:clr>
        </p15:guide>
        <p15:guide id="9" pos="3765" userDrawn="1">
          <p15:clr>
            <a:srgbClr val="F26B43"/>
          </p15:clr>
        </p15:guide>
        <p15:guide id="10" pos="3915" userDrawn="1">
          <p15:clr>
            <a:srgbClr val="F26B43"/>
          </p15:clr>
        </p15:guide>
        <p15:guide id="11" orient="horz" pos="320" userDrawn="1">
          <p15:clr>
            <a:srgbClr val="F26B43"/>
          </p15:clr>
        </p15:guide>
        <p15:guide id="12" orient="horz" pos="368" userDrawn="1">
          <p15:clr>
            <a:srgbClr val="F26B43"/>
          </p15:clr>
        </p15:guide>
        <p15:guide id="13" pos="1118" userDrawn="1">
          <p15:clr>
            <a:srgbClr val="F26B43"/>
          </p15:clr>
        </p15:guide>
        <p15:guide id="14" orient="horz" pos="4225" userDrawn="1">
          <p15:clr>
            <a:srgbClr val="F26B43"/>
          </p15:clr>
        </p15:guide>
        <p15:guide id="15" pos="482" userDrawn="1">
          <p15:clr>
            <a:srgbClr val="F26B43"/>
          </p15:clr>
        </p15:guide>
        <p15:guide id="16" pos="642" userDrawn="1">
          <p15:clr>
            <a:srgbClr val="F26B43"/>
          </p15:clr>
        </p15:guide>
        <p15:guide id="17" orient="horz" pos="1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learning/ai-coaching" TargetMode="External"/><Relationship Id="rId2" Type="http://schemas.openxmlformats.org/officeDocument/2006/relationships/hyperlink" Target="https://www.linkedin.com/learning-login/share?account=68077770&amp;forceAccount=false&amp;redirect=https%3A%2F%2Fwww.linkedin.com%2Flearning%2Fhow-to-use-linkedin-learning%2Fusing-the-role-play-feature-in-linkedin-learning%3Ftrk%3Dshare_video_url%26shareId%3Dgc%252BvWJ%252BlSUKjUd3mwmHPsw%253D%253D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eur02.safelinks.protection.outlook.com/?url=https%3A%2F%2Feu001-sp.shell.com%2Fsites%2FAAFAA0018%2FSitePages%2FLinkedIn-Learning.aspx%23linkedin-learning-implementation-guides&amp;data=05%7C02%7CPallavi.Chopra%40shell.com%7Cb217e0ab4adb4f5825d708dd865542b0%7Cdb1e96a8a3da442a930b235cac24cd5c%7C0%7C0%7C638814422922277807%7CUnknown%7CTWFpbGZsb3d8eyJFbXB0eU1hcGkiOnRydWUsIlYiOiIwLjAuMDAwMCIsIlAiOiJXaW4zMiIsIkFOIjoiTWFpbCIsIldUIjoyfQ%3D%3D%7C0%7C%7C%7C&amp;sdata=ld8wNktEej%2Bn4cCCX29HY1a9UM%2BE4f74FNuN5svHhLo%3D&amp;reserved=0" TargetMode="External"/><Relationship Id="rId4" Type="http://schemas.openxmlformats.org/officeDocument/2006/relationships/hyperlink" Target="https://eu001-sp.shell.com/sites/AAFAA0018/SitePages/LinkedIn-Learning.aspx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u001-sp.shell.com/sites/SPO001481" TargetMode="External"/><Relationship Id="rId3" Type="http://schemas.openxmlformats.org/officeDocument/2006/relationships/hyperlink" Target="https://eu001-sp.shell.com/sites/SPO000323" TargetMode="External"/><Relationship Id="rId7" Type="http://schemas.openxmlformats.org/officeDocument/2006/relationships/hyperlink" Target="https://eu001-sp.shell.com/sites/AAFAA5971/digital-skills/SitePages/home.aspx" TargetMode="External"/><Relationship Id="rId12" Type="http://schemas.openxmlformats.org/officeDocument/2006/relationships/hyperlink" Target="https://eu001-sp.shell.com/sites/SPO000175/SitePages/SRM%20Homepage.asp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eu001-sp.shell.com/sites/AAAAA9387/SitePages/D%26I-Learning-Portal.aspx" TargetMode="External"/><Relationship Id="rId11" Type="http://schemas.openxmlformats.org/officeDocument/2006/relationships/hyperlink" Target="https://eu001-sp.shell.com/sites/AAAAA9309/SitePages/Marketing-Learning-Hub.aspx" TargetMode="External"/><Relationship Id="rId5" Type="http://schemas.openxmlformats.org/officeDocument/2006/relationships/hyperlink" Target="https://eu001-sp.shell.com/sites/AAFAA7373/SitePages/Home.aspx" TargetMode="External"/><Relationship Id="rId10" Type="http://schemas.openxmlformats.org/officeDocument/2006/relationships/hyperlink" Target="https://eu001-sp.shell.com/sites/SPO000252/SitePages/KM.aspx" TargetMode="External"/><Relationship Id="rId4" Type="http://schemas.openxmlformats.org/officeDocument/2006/relationships/hyperlink" Target="https://spoa-prod.shell.com/#/Deal_Making/dashboard" TargetMode="External"/><Relationship Id="rId9" Type="http://schemas.openxmlformats.org/officeDocument/2006/relationships/hyperlink" Target="https://eu001-sp.shell.com/sites/AAAAA7246/SitePages/E%26C-Learning.aspx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u001-sp.shell.com/sites/AAAAB2203/SitePages/Mobility-Learning-Portal.aspx?csf=1&amp;web=1&amp;e=acMwR7&amp;CID=11dab04b-82e6-476c-a36f-b189f759aa48" TargetMode="External"/><Relationship Id="rId3" Type="http://schemas.openxmlformats.org/officeDocument/2006/relationships/hyperlink" Target="https://eu001-sp.shell.com/sites/AAAAB3700/Resources/SitePages/SPA-EL-home.aspx" TargetMode="External"/><Relationship Id="rId7" Type="http://schemas.openxmlformats.org/officeDocument/2006/relationships/hyperlink" Target="https://eu001-sp.shell.com/sites/AAAAA9878/SitePages/Global%20Lubricants%20Supply%20Chain%20Learning%20Portal.aspx" TargetMode="External"/><Relationship Id="rId12" Type="http://schemas.openxmlformats.org/officeDocument/2006/relationships/hyperlink" Target="https://eu001-sp.shell.com/sites/AAAAA4489/Pages/ts-learning-portal.aspx" TargetMode="External"/><Relationship Id="rId2" Type="http://schemas.openxmlformats.org/officeDocument/2006/relationships/hyperlink" Target="https://eu001-sp.shell.com/sites/SPO000252/SitePages/Asset%20Mgmt.aspx?csf=1&amp;web=1&amp;e=KoK4Ua&amp;cid=eb9a71c8-8b98-4033-bfda-1baca63a4e1b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eu001-sp.shell.com/sites/AAAAA9309/Pages/sd-onboarding.aspx" TargetMode="External"/><Relationship Id="rId11" Type="http://schemas.openxmlformats.org/officeDocument/2006/relationships/hyperlink" Target="https://eu001-sp.shell.com/sites/SPO000252" TargetMode="External"/><Relationship Id="rId5" Type="http://schemas.openxmlformats.org/officeDocument/2006/relationships/hyperlink" Target="https://eu001-sp.shell.com/sites/SPO001470/SitePages/Global-Customer-Operations-Learning-Portal.aspx" TargetMode="External"/><Relationship Id="rId10" Type="http://schemas.openxmlformats.org/officeDocument/2006/relationships/hyperlink" Target="https://eu001-sp.shell.com/sites/SPO000252/SitePages/Safety.aspx" TargetMode="External"/><Relationship Id="rId4" Type="http://schemas.openxmlformats.org/officeDocument/2006/relationships/hyperlink" Target="https://eu001-sp.shell.com/sites/AAAAA9878/SitePages/Global-Lubricants-Learning-Portal.aspx?csf=1&amp;web=1&amp;e=7hocEN&amp;CID=880588ec-b01b-460a-a0a3-050a428ead98" TargetMode="External"/><Relationship Id="rId9" Type="http://schemas.openxmlformats.org/officeDocument/2006/relationships/hyperlink" Target="https://eu001-sp.shell.com/sites/AAFAA3480/SitePages/Onboarding-LR.aspx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u001-sp.shell.com/sites/AAAAB3060/FCDG/Pages/Finance%20Learning%20Gateway.aspx?ComDig=Accounting%20and%20Reporting" TargetMode="External"/><Relationship Id="rId2" Type="http://schemas.openxmlformats.org/officeDocument/2006/relationships/hyperlink" Target="https://eu001-sp.shell.com/sites/SPO000092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eu001-sp.shell.com/sites/SPO000343" TargetMode="External"/><Relationship Id="rId5" Type="http://schemas.openxmlformats.org/officeDocument/2006/relationships/hyperlink" Target="https://eu001-sp.shell.com/sites/AAAAB0899/Relay/SitePages/Real-Estate-Competency-Framework.aspx" TargetMode="External"/><Relationship Id="rId4" Type="http://schemas.openxmlformats.org/officeDocument/2006/relationships/hyperlink" Target="https://eu001-sp.shell.com/sites/SPO000024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10.png"/><Relationship Id="rId7" Type="http://schemas.openxmlformats.org/officeDocument/2006/relationships/diagramLayout" Target="../diagrams/layou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diagramData" Target="../diagrams/data2.xml"/><Relationship Id="rId5" Type="http://schemas.openxmlformats.org/officeDocument/2006/relationships/image" Target="../media/image12.png"/><Relationship Id="rId10" Type="http://schemas.microsoft.com/office/2007/relationships/diagramDrawing" Target="../diagrams/drawing2.xml"/><Relationship Id="rId4" Type="http://schemas.openxmlformats.org/officeDocument/2006/relationships/image" Target="../media/image11.png"/><Relationship Id="rId9" Type="http://schemas.openxmlformats.org/officeDocument/2006/relationships/diagramColors" Target="../diagrams/colors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4F88-5966-D286-21F7-1A63C6FA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552" y="1992960"/>
            <a:ext cx="3442208" cy="3575736"/>
          </a:xfrm>
        </p:spPr>
        <p:txBody>
          <a:bodyPr/>
          <a:lstStyle/>
          <a:p>
            <a:r>
              <a:rPr lang="en-US" sz="3600" dirty="0">
                <a:solidFill>
                  <a:schemeClr val="accent4"/>
                </a:solidFill>
              </a:rPr>
              <a:t>Learning &amp; Development </a:t>
            </a:r>
            <a:br>
              <a:rPr lang="en-GB" sz="3600" dirty="0"/>
            </a:b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00CAB-17D1-6204-3F95-6F9CA61C0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noProof="1" smtClean="0"/>
              <a:pPr/>
              <a:t>1</a:t>
            </a:fld>
            <a:endParaRPr lang="en-GB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A829C-4AA4-8967-DFED-D6916D70B4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78" t="556" r="391" b="-556"/>
          <a:stretch>
            <a:fillRect/>
          </a:stretch>
        </p:blipFill>
        <p:spPr>
          <a:xfrm>
            <a:off x="3569589" y="91241"/>
            <a:ext cx="8448675" cy="676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2059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A074-A1DD-5983-57C2-FD5B6E64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33" y="73153"/>
            <a:ext cx="6926455" cy="886074"/>
          </a:xfrm>
        </p:spPr>
        <p:txBody>
          <a:bodyPr/>
          <a:lstStyle/>
          <a:p>
            <a:r>
              <a:rPr lang="en-US" dirty="0"/>
              <a:t>Learning &amp; Development Overview Page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11AB070-FD77-5B3D-BFB1-8B5EF2729E8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59503527"/>
              </p:ext>
            </p:extLst>
          </p:nvPr>
        </p:nvGraphicFramePr>
        <p:xfrm>
          <a:off x="91440" y="674014"/>
          <a:ext cx="11777472" cy="5509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19BF1-1833-8D88-B694-2D981CEF2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noProof="1" smtClean="0"/>
              <a:pPr/>
              <a:t>2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26913778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ACA61-4A27-1306-BBF3-24C7FF8E9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39" y="151201"/>
            <a:ext cx="11171238" cy="808025"/>
          </a:xfrm>
        </p:spPr>
        <p:txBody>
          <a:bodyPr/>
          <a:lstStyle/>
          <a:p>
            <a:r>
              <a:rPr lang="en-US" dirty="0"/>
              <a:t>Coursera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D2EA4-B9A6-8389-104B-C0AE6A49E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noProof="1" smtClean="0"/>
              <a:pPr/>
              <a:t>3</a:t>
            </a:fld>
            <a:endParaRPr lang="en-GB" noProof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E669B40-3D24-2ABA-F09D-54C905E0A3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2938" y="668590"/>
            <a:ext cx="11624533" cy="5878514"/>
          </a:xfrm>
        </p:spPr>
        <p:txBody>
          <a:bodyPr/>
          <a:lstStyle/>
          <a:p>
            <a:r>
              <a:rPr lang="en-US" b="1" i="1" u="sng" dirty="0">
                <a:latin typeface="ShellMedium" panose="00000600000000000000" pitchFamily="50" charset="0"/>
              </a:rPr>
              <a:t>What Coursera Offers?</a:t>
            </a:r>
            <a:endParaRPr lang="en-US" b="1" u="sng" dirty="0">
              <a:latin typeface="ShellMedium" panose="00000600000000000000" pitchFamily="50" charset="0"/>
            </a:endParaRPr>
          </a:p>
          <a:p>
            <a:r>
              <a:rPr lang="en-US" dirty="0">
                <a:latin typeface="ShellMedium" panose="00000600000000000000" pitchFamily="50" charset="0"/>
              </a:rPr>
              <a:t>Courses from top universities &amp; companies. (Harvard, Google, IBM, Stanford, Wharton, and more.)</a:t>
            </a:r>
          </a:p>
          <a:p>
            <a:r>
              <a:rPr lang="en-US" dirty="0">
                <a:latin typeface="ShellMedium" panose="00000600000000000000" pitchFamily="50" charset="0"/>
              </a:rPr>
              <a:t>Professional certificates &amp; micro‑credentials.</a:t>
            </a:r>
          </a:p>
          <a:p>
            <a:r>
              <a:rPr lang="en-US" dirty="0">
                <a:latin typeface="ShellMedium" panose="00000600000000000000" pitchFamily="50" charset="0"/>
              </a:rPr>
              <a:t>Hands‑on projects and practical assessments.</a:t>
            </a:r>
          </a:p>
          <a:p>
            <a:r>
              <a:rPr lang="en-US" dirty="0">
                <a:latin typeface="ShellMedium" panose="00000600000000000000" pitchFamily="50" charset="0"/>
              </a:rPr>
              <a:t>Learn anytime—mobile, desktop, on‑the‑go. (Employees can build new skills while still completing everyday tasks.)</a:t>
            </a:r>
          </a:p>
          <a:p>
            <a:endParaRPr lang="en-US" dirty="0">
              <a:latin typeface="ShellMedium" panose="00000600000000000000" pitchFamily="50" charset="0"/>
            </a:endParaRPr>
          </a:p>
          <a:p>
            <a:r>
              <a:rPr lang="en-US" b="1" i="1" u="sng" dirty="0">
                <a:latin typeface="ShellMedium" panose="00000600000000000000" pitchFamily="50" charset="0"/>
              </a:rPr>
              <a:t>Key Benefits for Employees</a:t>
            </a:r>
            <a:endParaRPr lang="en-US" b="1" u="sng" dirty="0">
              <a:latin typeface="ShellMedium" panose="00000600000000000000" pitchFamily="50" charset="0"/>
            </a:endParaRPr>
          </a:p>
          <a:p>
            <a:r>
              <a:rPr lang="en-US" dirty="0">
                <a:latin typeface="ShellMedium" panose="00000600000000000000" pitchFamily="50" charset="0"/>
              </a:rPr>
              <a:t>Personalized learning pathways aligned to career goals.</a:t>
            </a:r>
          </a:p>
          <a:p>
            <a:r>
              <a:rPr lang="en-US" dirty="0">
                <a:latin typeface="ShellMedium" panose="00000600000000000000" pitchFamily="50" charset="0"/>
              </a:rPr>
              <a:t>Earn industry‑recognized certificates from global partners.</a:t>
            </a:r>
          </a:p>
          <a:p>
            <a:r>
              <a:rPr lang="en-US" dirty="0">
                <a:latin typeface="ShellMedium" panose="00000600000000000000" pitchFamily="50" charset="0"/>
              </a:rPr>
              <a:t>Improve performance with flexible, structured learning.</a:t>
            </a:r>
          </a:p>
          <a:p>
            <a:endParaRPr lang="en-US" dirty="0">
              <a:latin typeface="ShellMedium" panose="00000600000000000000" pitchFamily="50" charset="0"/>
            </a:endParaRPr>
          </a:p>
          <a:p>
            <a:r>
              <a:rPr lang="en-US" b="1" i="1" u="sng" dirty="0">
                <a:latin typeface="ShellMedium" panose="00000600000000000000" pitchFamily="50" charset="0"/>
              </a:rPr>
              <a:t>Why It Matters?</a:t>
            </a:r>
            <a:endParaRPr lang="en-US" b="1" u="sng" dirty="0">
              <a:latin typeface="ShellMedium" panose="00000600000000000000" pitchFamily="50" charset="0"/>
            </a:endParaRPr>
          </a:p>
          <a:p>
            <a:r>
              <a:rPr lang="en-US" dirty="0">
                <a:latin typeface="ShellMedium" panose="00000600000000000000" pitchFamily="50" charset="0"/>
              </a:rPr>
              <a:t>Coursera empowers employees to stay future‑ready by building the technical, digital, and business skills needed in today’s evolving workplace.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53408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97CC9-6198-914C-EEE1-D8DB91CB3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39" y="94463"/>
            <a:ext cx="11171238" cy="808025"/>
          </a:xfrm>
        </p:spPr>
        <p:txBody>
          <a:bodyPr/>
          <a:lstStyle/>
          <a:p>
            <a:r>
              <a:rPr lang="en-US" dirty="0"/>
              <a:t>LinkedIn Learning Hub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A7C03-2B83-4692-DAF6-914BC0BB5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noProof="1" smtClean="0"/>
              <a:pPr/>
              <a:t>4</a:t>
            </a:fld>
            <a:endParaRPr lang="en-GB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480FF3-0C6F-7A5F-7FD0-5ABD869AAB02}"/>
              </a:ext>
            </a:extLst>
          </p:cNvPr>
          <p:cNvSpPr txBox="1"/>
          <p:nvPr/>
        </p:nvSpPr>
        <p:spPr bwMode="auto">
          <a:xfrm>
            <a:off x="152939" y="775333"/>
            <a:ext cx="11728164" cy="56938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LinkedIn Learning is a digital learning platform offering employees on‑demand training in business, technology, leadership, and future‑skills: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Business: Leadership, HR, project management, communication.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Technology: Data analysis, software development, IT infrastructure.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Personal Development: Time management, emotional intelligence, productivity.</a:t>
            </a:r>
          </a:p>
          <a:p>
            <a:pPr algn="l">
              <a:buNone/>
            </a:pPr>
            <a:r>
              <a:rPr lang="en-US" sz="1400" b="1" i="0" dirty="0">
                <a:effectLst/>
                <a:latin typeface="ShellBook" panose="00000500000000000000" pitchFamily="2" charset="0"/>
              </a:rPr>
              <a:t>Personalized Learning Paths:</a:t>
            </a:r>
            <a:r>
              <a:rPr lang="en-US" sz="1400" b="0" i="0" dirty="0">
                <a:effectLst/>
                <a:latin typeface="ShellBook" panose="00000500000000000000" pitchFamily="2" charset="0"/>
              </a:rPr>
              <a:t> Courses tailored to each employee’s role, skills, and career goals.</a:t>
            </a:r>
          </a:p>
          <a:p>
            <a:pPr algn="l">
              <a:buNone/>
            </a:pPr>
            <a:r>
              <a:rPr lang="en-US" sz="1400" b="1" i="0" dirty="0">
                <a:effectLst/>
                <a:latin typeface="ShellBook" panose="00000500000000000000" pitchFamily="2" charset="0"/>
              </a:rPr>
              <a:t>AI‑Powered Coaching:</a:t>
            </a:r>
            <a:r>
              <a:rPr lang="en-US" sz="1400" b="0" i="0" dirty="0">
                <a:effectLst/>
                <a:latin typeface="ShellBook" panose="00000500000000000000" pitchFamily="2" charset="0"/>
              </a:rPr>
              <a:t> Role‑play difficult conversations and receive instant feedback to improve communication and leadership skills.</a:t>
            </a:r>
          </a:p>
          <a:p>
            <a:pPr algn="l">
              <a:buNone/>
            </a:pPr>
            <a:r>
              <a:rPr lang="en-US" sz="1400" b="1" i="0" dirty="0">
                <a:effectLst/>
                <a:latin typeface="ShellBook" panose="00000500000000000000" pitchFamily="2" charset="0"/>
              </a:rPr>
              <a:t>Future‑Ready Skills:</a:t>
            </a:r>
            <a:r>
              <a:rPr lang="en-US" sz="1400" b="0" i="0" dirty="0">
                <a:effectLst/>
                <a:latin typeface="ShellBook" panose="00000500000000000000" pitchFamily="2" charset="0"/>
              </a:rPr>
              <a:t> Access to the latest courses in AI, digital skills, leadership, and business excellence.</a:t>
            </a:r>
          </a:p>
          <a:p>
            <a:pPr algn="l">
              <a:buNone/>
            </a:pPr>
            <a:r>
              <a:rPr lang="en-US" sz="1400" b="1" i="0" dirty="0">
                <a:effectLst/>
                <a:latin typeface="ShellBook" panose="00000500000000000000" pitchFamily="2" charset="0"/>
              </a:rPr>
              <a:t>Learn Anytime, Anywhere:</a:t>
            </a:r>
            <a:r>
              <a:rPr lang="en-US" sz="1400" b="0" i="0" dirty="0">
                <a:effectLst/>
                <a:latin typeface="ShellBook" panose="00000500000000000000" pitchFamily="2" charset="0"/>
              </a:rPr>
              <a:t> Short videos and mobile access make learning flexible and convenient.</a:t>
            </a:r>
          </a:p>
          <a:p>
            <a:pPr algn="l">
              <a:buNone/>
            </a:pPr>
            <a:r>
              <a:rPr lang="en-US" sz="1400" b="1" i="0" dirty="0">
                <a:effectLst/>
                <a:latin typeface="ShellBook" panose="00000500000000000000" pitchFamily="2" charset="0"/>
              </a:rPr>
              <a:t>Career Growth &amp; Engagement:</a:t>
            </a:r>
            <a:r>
              <a:rPr lang="en-US" sz="1400" b="0" i="0" dirty="0">
                <a:effectLst/>
                <a:latin typeface="ShellBook" panose="00000500000000000000" pitchFamily="2" charset="0"/>
              </a:rPr>
              <a:t> Employees feel more supported, motivated, and prepared for new opportunities.</a:t>
            </a:r>
          </a:p>
          <a:p>
            <a:pPr algn="l">
              <a:buNone/>
            </a:pPr>
            <a:r>
              <a:rPr lang="en-US" sz="1400" b="1" i="1" dirty="0">
                <a:effectLst/>
                <a:latin typeface="ShellBook" panose="00000500000000000000" pitchFamily="2" charset="0"/>
              </a:rPr>
              <a:t>What You Get?</a:t>
            </a:r>
            <a:endParaRPr lang="en-US" sz="1400" b="1" i="0" dirty="0">
              <a:effectLst/>
              <a:latin typeface="ShellBook" panose="000005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Thousands of expert‑led courses.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Bite-sized videos for fast learning.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Professional certificates.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Accessible anytime, on any device.</a:t>
            </a:r>
          </a:p>
          <a:p>
            <a:pPr algn="l">
              <a:buNone/>
            </a:pPr>
            <a:r>
              <a:rPr lang="en-US" sz="1400" b="1" i="1" dirty="0">
                <a:effectLst/>
                <a:latin typeface="ShellBook" panose="00000500000000000000" pitchFamily="2" charset="0"/>
              </a:rPr>
              <a:t>Key Benefits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Personalized learning paths.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AI-powered role play to sharpen communication.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Develop future-ready digital &amp; AI skills.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Boost career growth and confidence.</a:t>
            </a:r>
          </a:p>
          <a:p>
            <a:pPr algn="l">
              <a:buNone/>
            </a:pPr>
            <a:r>
              <a:rPr lang="en-US" sz="1400" b="1" i="1" dirty="0">
                <a:effectLst/>
                <a:latin typeface="ShellBook" panose="00000500000000000000" pitchFamily="2" charset="0"/>
              </a:rPr>
              <a:t>Why It Matters?</a:t>
            </a:r>
            <a:endParaRPr lang="en-US" sz="1400" b="1" i="0" dirty="0">
              <a:effectLst/>
              <a:latin typeface="ShellBook" panose="000005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LinkedIn Learning helps you build the skills you need to perform, grow, and succeed in a rapidly evolving workplace.</a:t>
            </a:r>
          </a:p>
          <a:p>
            <a:pPr algn="l">
              <a:buNone/>
            </a:pPr>
            <a:r>
              <a:rPr lang="en-US" sz="1400" b="1" i="0" dirty="0">
                <a:solidFill>
                  <a:srgbClr val="003C88"/>
                </a:solidFill>
                <a:effectLst/>
                <a:latin typeface="ShellBook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Using the Role Play feature in </a:t>
            </a:r>
            <a:r>
              <a:rPr lang="en-US" sz="1400" b="1" i="0" dirty="0" err="1">
                <a:effectLst/>
                <a:latin typeface="ShellBook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LinkedinLearning</a:t>
            </a:r>
            <a:endParaRPr lang="en-US" sz="1400" b="1" i="0" dirty="0">
              <a:effectLst/>
              <a:latin typeface="ShellBook" panose="00000500000000000000" pitchFamily="2" charset="0"/>
            </a:endParaRPr>
          </a:p>
          <a:p>
            <a:pPr algn="l">
              <a:buNone/>
            </a:pPr>
            <a:endParaRPr lang="en-US" sz="1400" b="1" i="0" dirty="0">
              <a:effectLst/>
              <a:latin typeface="ShellBook" panose="00000500000000000000" pitchFamily="2" charset="0"/>
            </a:endParaRPr>
          </a:p>
          <a:p>
            <a:pPr algn="l">
              <a:buNone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👉Already have a license? [Access AI Features </a:t>
            </a:r>
            <a:r>
              <a:rPr lang="en-US" sz="1400" b="0" i="0" dirty="0">
                <a:effectLst/>
                <a:latin typeface="ShellBook" panose="00000500000000000000" pitchFamily="2" charset="0"/>
                <a:hlinkClick r:id="rId3" tooltip="https://www.linkedin.com/learning/ai-coach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sz="1400" b="0" i="0" dirty="0">
                <a:effectLst/>
                <a:latin typeface="ShellBook" panose="00000500000000000000" pitchFamily="2" charset="0"/>
              </a:rPr>
              <a:t>]</a:t>
            </a:r>
          </a:p>
          <a:p>
            <a:pPr algn="l">
              <a:buNone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👉Need a license? [Activate Yours </a:t>
            </a:r>
            <a:r>
              <a:rPr lang="en-US" sz="1400" b="0" i="0" dirty="0">
                <a:effectLst/>
                <a:latin typeface="ShellBook" panose="00000500000000000000" pitchFamily="2" charset="0"/>
                <a:hlinkClick r:id="rId4" tooltip="https://eu001-sp.shell.com/sites/aafaa0018/sitepages/linkedin-learning.asp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sz="1400" b="0" i="0" dirty="0">
                <a:effectLst/>
                <a:latin typeface="ShellBook" panose="00000500000000000000" pitchFamily="2" charset="0"/>
              </a:rPr>
              <a:t>]</a:t>
            </a:r>
          </a:p>
          <a:p>
            <a:pPr algn="l">
              <a:buNone/>
            </a:pPr>
            <a:r>
              <a:rPr lang="en-US" sz="1400" b="0" i="0" dirty="0">
                <a:effectLst/>
                <a:latin typeface="ShellBook" panose="00000500000000000000" pitchFamily="2" charset="0"/>
              </a:rPr>
              <a:t>To activate the  LinkedIn license, can refer to this </a:t>
            </a:r>
            <a:r>
              <a:rPr lang="en-US" sz="1400" b="0" i="0" u="sng" dirty="0">
                <a:effectLst/>
                <a:latin typeface="ShellBook" panose="00000500000000000000" pitchFamily="2" charset="0"/>
                <a:hlinkClick r:id="rId5" tooltip="https://eur02.safelinks.protection.outlook.com/?url=https%3a%2f%2feu001-sp.shell.com%2fsites%2faafaa0018%2fsitepages%2flinkedin-learning.aspx%23linkedin-learning-implementation-guides&amp;data=05%7c02%7cpallavi.chopra%40shell.com%7cb217e0ab4adb4f5825d708dd865542b0%7cdb1e96a8a3da442a930b235cac24cd5c%7c0%7c0%7c638814422922277807%7cunknown%7ctwfpbgzsb3d8eyjfbxb0eu1hcgkionrydwusilyioiiwljaumdawmcisilaioijxaw4zmiisikfoijoitwfpbcisilduijoyfq%3d%3d%7c0%7c%7c%7c&amp;sdata=ld8wnkteej%2bn4cccx29hy1a9um%2be4f74fnun5svhhlo%3d&amp;reserved=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</a:t>
            </a:r>
            <a:endParaRPr lang="en-US" sz="1400" b="0" i="0" dirty="0">
              <a:effectLst/>
              <a:latin typeface="ShellBook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1596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CC403-BFA5-E665-E65C-64E8613E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36" y="151201"/>
            <a:ext cx="11836400" cy="808025"/>
          </a:xfrm>
        </p:spPr>
        <p:txBody>
          <a:bodyPr/>
          <a:lstStyle/>
          <a:p>
            <a:pPr lvl="0"/>
            <a:r>
              <a:rPr lang="en-US" b="1" dirty="0"/>
              <a:t>Learning Resources - Group Learning and Development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19F9F-53F9-90A6-10FD-23E427E2AA2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1711" y="1081882"/>
            <a:ext cx="10914063" cy="4694236"/>
          </a:xfrm>
        </p:spPr>
        <p:txBody>
          <a:bodyPr/>
          <a:lstStyle/>
          <a:p>
            <a:r>
              <a:rPr lang="en-US" dirty="0">
                <a:hlinkClick r:id="rId3"/>
              </a:rPr>
              <a:t>Causal Learning – Home</a:t>
            </a:r>
            <a:endParaRPr lang="en-US" dirty="0"/>
          </a:p>
          <a:p>
            <a:r>
              <a:rPr lang="en-US" dirty="0">
                <a:hlinkClick r:id="rId4"/>
              </a:rPr>
              <a:t>Commercial Academy</a:t>
            </a:r>
            <a:endParaRPr lang="en-US" dirty="0"/>
          </a:p>
          <a:p>
            <a:r>
              <a:rPr lang="en-US" u="sng" dirty="0">
                <a:hlinkClick r:id="rId5"/>
              </a:rPr>
              <a:t>Continuous Improvement</a:t>
            </a:r>
            <a:endParaRPr lang="en-US" u="sng" dirty="0"/>
          </a:p>
          <a:p>
            <a:r>
              <a:rPr lang="en-US" dirty="0">
                <a:hlinkClick r:id="rId6"/>
              </a:rPr>
              <a:t>DE&amp;I Learning Portal</a:t>
            </a:r>
            <a:endParaRPr lang="en-US" dirty="0"/>
          </a:p>
          <a:p>
            <a:r>
              <a:rPr lang="en-US" dirty="0">
                <a:hlinkClick r:id="rId7"/>
              </a:rPr>
              <a:t>Digital </a:t>
            </a:r>
            <a:r>
              <a:rPr lang="en-US" dirty="0" err="1">
                <a:hlinkClick r:id="rId7"/>
              </a:rPr>
              <a:t>Skills@Shell</a:t>
            </a:r>
            <a:endParaRPr lang="en-US" dirty="0"/>
          </a:p>
          <a:p>
            <a:r>
              <a:rPr lang="en-US" u="sng" dirty="0">
                <a:hlinkClick r:id="rId8"/>
              </a:rPr>
              <a:t>Energy Transition Learning Resources</a:t>
            </a:r>
            <a:endParaRPr lang="en-US" dirty="0"/>
          </a:p>
          <a:p>
            <a:r>
              <a:rPr lang="en-US" dirty="0">
                <a:hlinkClick r:id="rId9"/>
              </a:rPr>
              <a:t>Ethics &amp; Compliance Learning</a:t>
            </a:r>
            <a:endParaRPr lang="en-US" dirty="0"/>
          </a:p>
          <a:p>
            <a:r>
              <a:rPr lang="en-US" dirty="0">
                <a:hlinkClick r:id="rId10"/>
              </a:rPr>
              <a:t>Knowledge Management: validated content &amp; experts</a:t>
            </a:r>
            <a:endParaRPr lang="en-US" dirty="0"/>
          </a:p>
          <a:p>
            <a:r>
              <a:rPr lang="en-US" dirty="0">
                <a:hlinkClick r:id="rId11"/>
              </a:rPr>
              <a:t>Marketing Learning Hub</a:t>
            </a:r>
            <a:endParaRPr lang="en-US" dirty="0"/>
          </a:p>
          <a:p>
            <a:r>
              <a:rPr lang="en-US" dirty="0">
                <a:hlinkClick r:id="rId12"/>
              </a:rPr>
              <a:t>STAKEHOLDER SAVVY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1E73D-73DB-9690-2C47-0999CAB6C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noProof="1" smtClean="0"/>
              <a:pPr/>
              <a:t>5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49342079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808C7-A518-78C5-2274-4AEA8E71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39" y="94463"/>
            <a:ext cx="11171238" cy="808025"/>
          </a:xfrm>
        </p:spPr>
        <p:txBody>
          <a:bodyPr/>
          <a:lstStyle/>
          <a:p>
            <a:r>
              <a:rPr lang="en-US" b="1" dirty="0"/>
              <a:t>Learning Resources - Business Learning and Development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A4AA6-0DFB-7EB8-2864-B1277C119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noProof="1" smtClean="0"/>
              <a:pPr/>
              <a:t>6</a:t>
            </a:fld>
            <a:endParaRPr lang="en-GB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19A4B-FD2F-A5EA-4B74-ECCB870E5390}"/>
              </a:ext>
            </a:extLst>
          </p:cNvPr>
          <p:cNvSpPr txBox="1"/>
          <p:nvPr/>
        </p:nvSpPr>
        <p:spPr bwMode="auto">
          <a:xfrm>
            <a:off x="594360" y="1207008"/>
            <a:ext cx="8311896" cy="32316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800" dirty="0">
                <a:hlinkClick r:id="rId2"/>
              </a:rPr>
              <a:t>Asset Management</a:t>
            </a:r>
            <a:endParaRPr lang="en-US" sz="1800" dirty="0">
              <a:hlinkClick r:id="rId3"/>
            </a:endParaRPr>
          </a:p>
          <a:p>
            <a:r>
              <a:rPr lang="en-US" sz="1800" dirty="0">
                <a:hlinkClick r:id="rId3"/>
              </a:rPr>
              <a:t>Shell Project Academy and Engineering Learning</a:t>
            </a:r>
            <a:endParaRPr lang="en-US" sz="1800" dirty="0"/>
          </a:p>
          <a:p>
            <a:r>
              <a:rPr lang="en-US" sz="1800" dirty="0">
                <a:hlinkClick r:id="rId4"/>
              </a:rPr>
              <a:t>Global Lubricants Learning Portal</a:t>
            </a:r>
            <a:endParaRPr lang="en-US" sz="1800" dirty="0"/>
          </a:p>
          <a:p>
            <a:r>
              <a:rPr lang="en-US" sz="1800" dirty="0">
                <a:hlinkClick r:id="rId5"/>
              </a:rPr>
              <a:t>Global Customer Operations Learning Portal</a:t>
            </a:r>
            <a:endParaRPr lang="en-US" sz="1800" dirty="0"/>
          </a:p>
          <a:p>
            <a:r>
              <a:rPr lang="en-US" sz="1800" u="sng" dirty="0">
                <a:hlinkClick r:id="rId6"/>
              </a:rPr>
              <a:t>Low Carbon Solutions</a:t>
            </a:r>
            <a:endParaRPr lang="en-US" sz="1800" dirty="0"/>
          </a:p>
          <a:p>
            <a:r>
              <a:rPr lang="en-US" sz="1800" dirty="0">
                <a:hlinkClick r:id="rId7"/>
              </a:rPr>
              <a:t>Lubricants Supply Chain Learning Curriculum</a:t>
            </a:r>
            <a:endParaRPr lang="en-US" sz="1800" dirty="0"/>
          </a:p>
          <a:p>
            <a:r>
              <a:rPr lang="en-US" sz="1800" dirty="0">
                <a:hlinkClick r:id="rId8"/>
              </a:rPr>
              <a:t>Mobility &amp; Convenience Learning Portal</a:t>
            </a:r>
            <a:endParaRPr lang="en-US" sz="1800" dirty="0"/>
          </a:p>
          <a:p>
            <a:r>
              <a:rPr lang="en-US" sz="1800" u="sng" dirty="0">
                <a:hlinkClick r:id="rId9"/>
              </a:rPr>
              <a:t>Renewables and Energy Solutions</a:t>
            </a:r>
            <a:endParaRPr lang="en-US" sz="1800" dirty="0"/>
          </a:p>
          <a:p>
            <a:r>
              <a:rPr lang="en-US" sz="1800" dirty="0">
                <a:hlinkClick r:id="rId10"/>
              </a:rPr>
              <a:t>Safety</a:t>
            </a:r>
            <a:endParaRPr lang="en-US" sz="1800" dirty="0"/>
          </a:p>
          <a:p>
            <a:r>
              <a:rPr lang="en-US" sz="1800" dirty="0">
                <a:hlinkClick r:id="rId11"/>
              </a:rPr>
              <a:t>SEAM Knowledge Management, Learning &amp; Talent – Home</a:t>
            </a:r>
            <a:endParaRPr lang="en-US" sz="1800" dirty="0"/>
          </a:p>
          <a:p>
            <a:r>
              <a:rPr lang="en-US" sz="1800" dirty="0">
                <a:hlinkClick r:id="rId12"/>
              </a:rPr>
              <a:t>T&amp;S Learning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9936440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EF3EF-79B8-A1EB-1EA8-D64705C6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39" y="151201"/>
            <a:ext cx="11171238" cy="808025"/>
          </a:xfrm>
        </p:spPr>
        <p:txBody>
          <a:bodyPr/>
          <a:lstStyle/>
          <a:p>
            <a:r>
              <a:rPr lang="en-US" b="1" dirty="0"/>
              <a:t>Learning Resources - Functional Learning and Development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FCA13-3669-7683-62EB-62C54F74093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10114" y="1367094"/>
            <a:ext cx="10914063" cy="4694236"/>
          </a:xfrm>
        </p:spPr>
        <p:txBody>
          <a:bodyPr/>
          <a:lstStyle/>
          <a:p>
            <a:r>
              <a:rPr lang="en-US" dirty="0">
                <a:hlinkClick r:id="rId2"/>
              </a:rPr>
              <a:t>CR Development Portal</a:t>
            </a:r>
            <a:endParaRPr lang="en-US" dirty="0"/>
          </a:p>
          <a:p>
            <a:r>
              <a:rPr lang="en-US" dirty="0">
                <a:hlinkClick r:id="rId3"/>
              </a:rPr>
              <a:t>Pages - Finance Learning Gateway</a:t>
            </a:r>
            <a:endParaRPr lang="en-US" dirty="0"/>
          </a:p>
          <a:p>
            <a:r>
              <a:rPr lang="en-US" u="sng" dirty="0">
                <a:hlinkClick r:id="rId4"/>
              </a:rPr>
              <a:t>IDT Learning</a:t>
            </a:r>
            <a:endParaRPr lang="en-US" dirty="0"/>
          </a:p>
          <a:p>
            <a:r>
              <a:rPr lang="en-US" dirty="0">
                <a:hlinkClick r:id="rId5"/>
              </a:rPr>
              <a:t>Real Estate Competency Framework</a:t>
            </a:r>
            <a:endParaRPr lang="en-US" dirty="0"/>
          </a:p>
          <a:p>
            <a:r>
              <a:rPr lang="en-US" dirty="0">
                <a:hlinkClick r:id="rId6"/>
              </a:rPr>
              <a:t>Security Capability Development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5DB1D-D312-F7A8-A41C-BDCF448AD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noProof="1" smtClean="0"/>
              <a:pPr/>
              <a:t>7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29560764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2BF9-36D5-6DCB-528C-6217F97F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39" y="151201"/>
            <a:ext cx="11171238" cy="808025"/>
          </a:xfrm>
        </p:spPr>
        <p:txBody>
          <a:bodyPr/>
          <a:lstStyle/>
          <a:p>
            <a:r>
              <a:rPr lang="en-US" dirty="0"/>
              <a:t>2026 Learning Programmes – People Development Week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486863-0926-7A22-E4E8-E0F4F0BC790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8" t="25973" r="4396" b="17815"/>
          <a:stretch>
            <a:fillRect/>
          </a:stretch>
        </p:blipFill>
        <p:spPr bwMode="auto">
          <a:xfrm>
            <a:off x="612648" y="2240280"/>
            <a:ext cx="4328160" cy="16445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A2E08-AED1-5B90-3965-DDA1E7597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noProof="1" smtClean="0"/>
              <a:pPr/>
              <a:t>8</a:t>
            </a:fld>
            <a:endParaRPr lang="en-GB" noProof="1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A9AFE7-AE04-EA49-5938-85818212BB23}"/>
              </a:ext>
            </a:extLst>
          </p:cNvPr>
          <p:cNvSpPr txBox="1">
            <a:spLocks/>
          </p:cNvSpPr>
          <p:nvPr/>
        </p:nvSpPr>
        <p:spPr bwMode="auto">
          <a:xfrm>
            <a:off x="4076700" y="959226"/>
            <a:ext cx="7827756" cy="50520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As an organisation, our role is to provide / offer all the tools and resources to enable the development process, otherwise, it is each </a:t>
            </a:r>
            <a:r>
              <a:rPr lang="en-US" sz="1600" b="1" dirty="0"/>
              <a:t>individual’s responsibility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Employees should by default love learning and exploring, rather than seeing learning / training as a tick box exercise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Our key messages will be around:</a:t>
            </a:r>
          </a:p>
          <a:p>
            <a:pPr marL="7447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Learning starts from within </a:t>
            </a:r>
          </a:p>
          <a:p>
            <a:pPr marL="7447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It is about YOU </a:t>
            </a:r>
          </a:p>
          <a:p>
            <a:pPr marL="7447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You’ve got this </a:t>
            </a:r>
          </a:p>
          <a:p>
            <a:pPr marL="7447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Just take the first step </a:t>
            </a:r>
          </a:p>
          <a:p>
            <a:pPr marL="7447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Start from here…</a:t>
            </a:r>
          </a:p>
          <a:p>
            <a:pPr marL="7447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Empower. Innovate. Elevate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952784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calendar with colorful squares&#10;&#10;AI-generated content may be incorrect.">
            <a:extLst>
              <a:ext uri="{FF2B5EF4-FFF2-40B4-BE49-F238E27FC236}">
                <a16:creationId xmlns:a16="http://schemas.microsoft.com/office/drawing/2014/main" id="{64C06537-AA7F-E7D4-538B-03B4AC91EB6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906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C3579-5FF0-F64A-5D7E-478EA6DAA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noProof="1" smtClean="0"/>
              <a:pPr/>
              <a:t>9</a:t>
            </a:fld>
            <a:endParaRPr lang="en-GB" noProof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2CCE1-EE43-AAC7-D3A7-351F6EE21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noProof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150389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090D47D-79B0-76E3-1123-114C36817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780" y="1686166"/>
            <a:ext cx="1962903" cy="12764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CC01B3-110F-9571-05A8-B78CD67D32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200" t="19266" r="5300" b="23602"/>
          <a:stretch>
            <a:fillRect/>
          </a:stretch>
        </p:blipFill>
        <p:spPr>
          <a:xfrm>
            <a:off x="6231872" y="1686165"/>
            <a:ext cx="1750840" cy="13523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8921CF-AC3C-0AFA-2DD6-6546AE1039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343" r="53888" b="20520"/>
          <a:stretch>
            <a:fillRect/>
          </a:stretch>
        </p:blipFill>
        <p:spPr>
          <a:xfrm>
            <a:off x="10369076" y="1686165"/>
            <a:ext cx="1791121" cy="13523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73916F-A80D-CA0B-8B5D-1D18C1D9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94462"/>
            <a:ext cx="11171238" cy="808025"/>
          </a:xfrm>
        </p:spPr>
        <p:txBody>
          <a:bodyPr/>
          <a:lstStyle/>
          <a:p>
            <a:r>
              <a:rPr lang="en-US" dirty="0"/>
              <a:t>People Development Week Pillars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C4FDD-93DB-DB8A-3AE7-46E496AEE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noProof="1" smtClean="0"/>
              <a:pPr/>
              <a:t>10</a:t>
            </a:fld>
            <a:endParaRPr lang="en-GB" noProof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420E2-2213-89B9-8270-21C1502DC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noProof="1"/>
              <a:t> 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DEB7657-CB53-D5EF-0055-AA87DC1886AF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221673" y="975092"/>
          <a:ext cx="11833225" cy="5677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94316107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theme/theme1.xml><?xml version="1.0" encoding="utf-8"?>
<a:theme xmlns:a="http://schemas.openxmlformats.org/drawingml/2006/main" name="Shell layouts with footer">
  <a:themeElements>
    <a:clrScheme name="Shell Colour Palette">
      <a:dk1>
        <a:srgbClr val="404040"/>
      </a:dk1>
      <a:lt1>
        <a:srgbClr val="FFFFFF"/>
      </a:lt1>
      <a:dk2>
        <a:srgbClr val="A6A6A6"/>
      </a:dk2>
      <a:lt2>
        <a:srgbClr val="D9D9D9"/>
      </a:lt2>
      <a:accent1>
        <a:srgbClr val="FBCE07"/>
      </a:accent1>
      <a:accent2>
        <a:srgbClr val="DD1D21"/>
      </a:accent2>
      <a:accent3>
        <a:srgbClr val="003C88"/>
      </a:accent3>
      <a:accent4>
        <a:srgbClr val="641964"/>
      </a:accent4>
      <a:accent5>
        <a:srgbClr val="008443"/>
      </a:accent5>
      <a:accent6>
        <a:srgbClr val="EB8705"/>
      </a:accent6>
      <a:hlink>
        <a:srgbClr val="003C88"/>
      </a:hlink>
      <a:folHlink>
        <a:srgbClr val="003C88"/>
      </a:folHlink>
    </a:clrScheme>
    <a:fontScheme name="Shell Font Theme">
      <a:majorFont>
        <a:latin typeface="ShellHeavy"/>
        <a:ea typeface=""/>
        <a:cs typeface=""/>
      </a:majorFont>
      <a:minorFont>
        <a:latin typeface="Shell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 algn="ctr">
          <a:noFill/>
          <a:miter lim="800000"/>
          <a:headEnd/>
          <a:tailEnd/>
        </a:ln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marL="201613" indent="-201613" defTabSz="357708">
          <a:lnSpc>
            <a:spcPct val="140000"/>
          </a:lnSpc>
          <a:buClr>
            <a:schemeClr val="accent2"/>
          </a:buClr>
          <a:buSzPct val="85000"/>
          <a:buFont typeface="Wingdings" panose="05000000000000000000" pitchFamily="2" charset="2"/>
          <a:buChar char=""/>
          <a:defRPr sz="1600" dirty="0" err="1" smtClean="0"/>
        </a:defPPr>
      </a:lstStyle>
    </a:txDef>
  </a:objectDefaults>
  <a:extraClrSchemeLst/>
  <a:custClrLst>
    <a:custClr name="Shell-yellow">
      <a:srgbClr val="FBCE07"/>
    </a:custClr>
    <a:custClr name="Shell-yellow-60%">
      <a:srgbClr val="FDE26A"/>
    </a:custClr>
    <a:custClr name="Shell-yellow-40%">
      <a:srgbClr val="FDEB9C"/>
    </a:custClr>
    <a:custClr name="Shell-yellow-20%">
      <a:srgbClr val="FEF5CD"/>
    </a:custClr>
    <a:custClr name="Shell-yellow-20%">
      <a:srgbClr val="FEF5CD"/>
    </a:custClr>
    <a:custClr name="Shell-red">
      <a:srgbClr val="DD1D21"/>
    </a:custClr>
    <a:custClr name="Shell-red-60%">
      <a:srgbClr val="EB777A"/>
    </a:custClr>
    <a:custClr name="Shell-red-40%">
      <a:srgbClr val="F1A5A6"/>
    </a:custClr>
    <a:custClr name="Shell-red-20%">
      <a:srgbClr val="F8D2D3"/>
    </a:custClr>
    <a:custClr name="Shell-white">
      <a:srgbClr val="FFFFFF"/>
    </a:custClr>
    <a:custClr name="Shell-black">
      <a:srgbClr val="000000"/>
    </a:custClr>
    <a:custClr name="Shell-very dark grey">
      <a:srgbClr val="404040"/>
    </a:custClr>
    <a:custClr name="Shell-dark grey">
      <a:srgbClr val="595959"/>
    </a:custClr>
    <a:custClr name="Shell-mid grey">
      <a:srgbClr val="7F7F7F"/>
    </a:custClr>
    <a:custClr name="Shell-light grey">
      <a:srgbClr val="A6A6A6"/>
    </a:custClr>
    <a:custClr name="Shell-pale grey">
      <a:srgbClr val="D9D9D9"/>
    </a:custClr>
    <a:custClr name="Shell-very pale grey">
      <a:srgbClr val="F7F7F7"/>
    </a:custClr>
    <a:custClr name="Shell-dark blue">
      <a:srgbClr val="003C88"/>
    </a:custClr>
    <a:custClr name="Shell-dark blue-60%">
      <a:srgbClr val="668AB8"/>
    </a:custClr>
    <a:custClr name="Shell-dark blue-40%">
      <a:srgbClr val="99B1CF"/>
    </a:custClr>
    <a:custClr name="Shell-dark blue-20%">
      <a:srgbClr val="CCD8E7"/>
    </a:custClr>
    <a:custClr name="Shell-mid blue">
      <a:srgbClr val="009EB4"/>
    </a:custClr>
    <a:custClr name="Shell-mid blue-60%">
      <a:srgbClr val="66C5D2"/>
    </a:custClr>
    <a:custClr name="Shell-mid blue-40%">
      <a:srgbClr val="99D8E1"/>
    </a:custClr>
    <a:custClr name="Shell-mid blue-20%">
      <a:srgbClr val="CCECF0"/>
    </a:custClr>
    <a:custClr name="Shell-light blue">
      <a:srgbClr val="89CFDC"/>
    </a:custClr>
    <a:custClr name="Shell-light blue-60%">
      <a:srgbClr val="B8E2EA"/>
    </a:custClr>
    <a:custClr name="Shell-light blue-40%">
      <a:srgbClr val="D0ECF1"/>
    </a:custClr>
    <a:custClr name="Shell-light blue-20%">
      <a:srgbClr val="E7F5F8"/>
    </a:custClr>
    <a:custClr name="Shell-light green">
      <a:srgbClr val="BED50F"/>
    </a:custClr>
    <a:custClr name="Shell-light green-60%">
      <a:srgbClr val="D8E66F"/>
    </a:custClr>
    <a:custClr name="Shell-light green-40%">
      <a:srgbClr val="E5EE9F"/>
    </a:custClr>
    <a:custClr name="Shell-light green-20%">
      <a:srgbClr val="F2F7CF"/>
    </a:custClr>
    <a:custClr name="Shell-dark green">
      <a:srgbClr val="008443"/>
    </a:custClr>
    <a:custClr name="Shell-dark green-60%">
      <a:srgbClr val="66B58E"/>
    </a:custClr>
    <a:custClr name="Shell-dark green-40%">
      <a:srgbClr val="99CEB4"/>
    </a:custClr>
    <a:custClr name="Shell-dark green-20%">
      <a:srgbClr val="CCE6D9"/>
    </a:custClr>
    <a:custClr name="Shell-purple">
      <a:srgbClr val="641964"/>
    </a:custClr>
    <a:custClr name="Shell-purple-60%">
      <a:srgbClr val="A275A2"/>
    </a:custClr>
    <a:custClr name="Shell-purple-40%">
      <a:srgbClr val="C1A3C1"/>
    </a:custClr>
    <a:custClr name="Shell-purple-20%">
      <a:srgbClr val="E0D1E0"/>
    </a:custClr>
    <a:custClr name="Shell-lilac">
      <a:srgbClr val="BA95BE"/>
    </a:custClr>
    <a:custClr name="Shell-lilac-60%">
      <a:srgbClr val="D6BFD8"/>
    </a:custClr>
    <a:custClr name="Shell-lilac-40%">
      <a:srgbClr val="E3D5E5"/>
    </a:custClr>
    <a:custClr name="Shell-orange">
      <a:srgbClr val="EB8705"/>
    </a:custClr>
    <a:custClr name="Shell-orange-60%">
      <a:srgbClr val="F3B769"/>
    </a:custClr>
    <a:custClr name="Shell-orange-40%">
      <a:srgbClr val="F7CF9B"/>
    </a:custClr>
    <a:custClr name="Shell-brown">
      <a:srgbClr val="743410"/>
    </a:custClr>
    <a:custClr name="Shell-brown-60%">
      <a:srgbClr val="AC8570"/>
    </a:custClr>
    <a:custClr name="Shell-brown-40%">
      <a:srgbClr val="C7AE9F"/>
    </a:custClr>
    <a:custClr name="Shell-sand">
      <a:srgbClr val="FFEAC2"/>
    </a:custClr>
  </a:custClrLst>
  <a:extLst>
    <a:ext uri="{05A4C25C-085E-4340-85A3-A5531E510DB2}">
      <thm15:themeFamily xmlns:thm15="http://schemas.microsoft.com/office/thememl/2012/main" name="Onscreen;2057;Pos1;Date1;Widescreen Shell template - 16x9 V1-102.potx" id="{5A7BD8C3-2690-4C05-A145-19ADE4FBA848}" vid="{3B7C03BC-BD27-4D1F-8A34-1DD52275C4B5}"/>
    </a:ext>
  </a:extLst>
</a:theme>
</file>

<file path=ppt/theme/theme2.xml><?xml version="1.0" encoding="utf-8"?>
<a:theme xmlns:a="http://schemas.openxmlformats.org/drawingml/2006/main" name="Office Theme">
  <a:themeElements>
    <a:clrScheme name="Shell Colour Palette">
      <a:dk1>
        <a:srgbClr val="404040"/>
      </a:dk1>
      <a:lt1>
        <a:srgbClr val="FFFFFF"/>
      </a:lt1>
      <a:dk2>
        <a:srgbClr val="A6A6A6"/>
      </a:dk2>
      <a:lt2>
        <a:srgbClr val="D9D9D9"/>
      </a:lt2>
      <a:accent1>
        <a:srgbClr val="FBCE07"/>
      </a:accent1>
      <a:accent2>
        <a:srgbClr val="DD1D21"/>
      </a:accent2>
      <a:accent3>
        <a:srgbClr val="003C88"/>
      </a:accent3>
      <a:accent4>
        <a:srgbClr val="641964"/>
      </a:accent4>
      <a:accent5>
        <a:srgbClr val="008443"/>
      </a:accent5>
      <a:accent6>
        <a:srgbClr val="EB8705"/>
      </a:accent6>
      <a:hlink>
        <a:srgbClr val="000000"/>
      </a:hlink>
      <a:folHlink>
        <a:srgbClr val="000000"/>
      </a:folHlink>
    </a:clrScheme>
    <a:fontScheme name="Office">
      <a:majorFont>
        <a:latin typeface="ShellMediu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ShellMediu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hellMedium"/>
        <a:font script="Hebr" typeface="Shell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hellMedium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hell Colour Palette">
      <a:dk1>
        <a:srgbClr val="404040"/>
      </a:dk1>
      <a:lt1>
        <a:srgbClr val="FFFFFF"/>
      </a:lt1>
      <a:dk2>
        <a:srgbClr val="A6A6A6"/>
      </a:dk2>
      <a:lt2>
        <a:srgbClr val="D9D9D9"/>
      </a:lt2>
      <a:accent1>
        <a:srgbClr val="FBCE07"/>
      </a:accent1>
      <a:accent2>
        <a:srgbClr val="DD1D21"/>
      </a:accent2>
      <a:accent3>
        <a:srgbClr val="003C88"/>
      </a:accent3>
      <a:accent4>
        <a:srgbClr val="641964"/>
      </a:accent4>
      <a:accent5>
        <a:srgbClr val="008443"/>
      </a:accent5>
      <a:accent6>
        <a:srgbClr val="EB8705"/>
      </a:accent6>
      <a:hlink>
        <a:srgbClr val="000000"/>
      </a:hlink>
      <a:folHlink>
        <a:srgbClr val="000000"/>
      </a:folHlink>
    </a:clrScheme>
    <a:fontScheme name="Office">
      <a:majorFont>
        <a:latin typeface="ShellMediu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ShellMediu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hellMedium"/>
        <a:font script="Hebr" typeface="Shell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hellMedium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Onscreen;2057;Pos1;Date1;Widescreen Shell template - 16x9 V1-102</Template>
  <TotalTime>4227</TotalTime>
  <Words>808</Words>
  <Application>Microsoft Office PowerPoint</Application>
  <PresentationFormat>Widescreen</PresentationFormat>
  <Paragraphs>136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ShellMedium</vt:lpstr>
      <vt:lpstr>ShellHeavy</vt:lpstr>
      <vt:lpstr>ShellBook</vt:lpstr>
      <vt:lpstr>Arial</vt:lpstr>
      <vt:lpstr>Wingdings</vt:lpstr>
      <vt:lpstr>Shell layouts with footer</vt:lpstr>
      <vt:lpstr>Learning &amp; Development  </vt:lpstr>
      <vt:lpstr>Learning &amp; Development Overview Page </vt:lpstr>
      <vt:lpstr>Coursera </vt:lpstr>
      <vt:lpstr>LinkedIn Learning Hub</vt:lpstr>
      <vt:lpstr>Learning Resources - Group Learning and Development</vt:lpstr>
      <vt:lpstr>Learning Resources - Business Learning and Development</vt:lpstr>
      <vt:lpstr>Learning Resources - Functional Learning and Development</vt:lpstr>
      <vt:lpstr>2026 Learning Programmes – People Development Week</vt:lpstr>
      <vt:lpstr>PowerPoint Presentation</vt:lpstr>
      <vt:lpstr>People Development Week Pillars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Al-Hatrooshi, Haneen SMO-CRBD/1</dc:creator>
  <cp:lastModifiedBy>Al-Kindi, Nawras SMO-HR/LA</cp:lastModifiedBy>
  <cp:revision>13</cp:revision>
  <dcterms:created xsi:type="dcterms:W3CDTF">2023-04-26T10:42:36Z</dcterms:created>
  <dcterms:modified xsi:type="dcterms:W3CDTF">2026-06-11T05:33:03Z</dcterms:modified>
  <cp:category>Shell_IC: MOST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6</vt:i4>
  </property>
</Properties>
</file>